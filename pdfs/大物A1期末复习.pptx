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5" r:id="rId4"/>
    <p:sldId id="266" r:id="rId5"/>
    <p:sldId id="274" r:id="rId6"/>
    <p:sldId id="281" r:id="rId7"/>
    <p:sldId id="275" r:id="rId8"/>
    <p:sldId id="278" r:id="rId9"/>
    <p:sldId id="283" r:id="rId10"/>
    <p:sldId id="273" r:id="rId11"/>
    <p:sldId id="284" r:id="rId12"/>
    <p:sldId id="285" r:id="rId13"/>
    <p:sldId id="270" r:id="rId14"/>
    <p:sldId id="286" r:id="rId15"/>
    <p:sldId id="288" r:id="rId16"/>
    <p:sldId id="289" r:id="rId17"/>
    <p:sldId id="290" r:id="rId18"/>
    <p:sldId id="272" r:id="rId19"/>
    <p:sldId id="291" r:id="rId20"/>
    <p:sldId id="292" r:id="rId21"/>
    <p:sldId id="293" r:id="rId22"/>
    <p:sldId id="358" r:id="rId23"/>
    <p:sldId id="340" r:id="rId24"/>
    <p:sldId id="312" r:id="rId25"/>
    <p:sldId id="313" r:id="rId26"/>
    <p:sldId id="473" r:id="rId27"/>
    <p:sldId id="474" r:id="rId28"/>
    <p:sldId id="294" r:id="rId29"/>
    <p:sldId id="469" r:id="rId30"/>
    <p:sldId id="475" r:id="rId31"/>
    <p:sldId id="282" r:id="rId32"/>
    <p:sldId id="379" r:id="rId33"/>
    <p:sldId id="367" r:id="rId34"/>
    <p:sldId id="368" r:id="rId35"/>
    <p:sldId id="476" r:id="rId36"/>
    <p:sldId id="477" r:id="rId37"/>
    <p:sldId id="478" r:id="rId38"/>
    <p:sldId id="271" r:id="rId39"/>
    <p:sldId id="479" r:id="rId40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780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A731A-02FC-4CCC-9C75-297A43EABA8B}" type="datetimeFigureOut">
              <a:rPr lang="zh-CN" altLang="en-US" smtClean="0"/>
              <a:pPr/>
              <a:t>2025/6/26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D0085-6DA3-4756-B4E4-9DD39C7A5B51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A731A-02FC-4CCC-9C75-297A43EABA8B}" type="datetimeFigureOut">
              <a:rPr lang="zh-CN" altLang="en-US" smtClean="0"/>
              <a:pPr/>
              <a:t>2025/6/26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D0085-6DA3-4756-B4E4-9DD39C7A5B51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A731A-02FC-4CCC-9C75-297A43EABA8B}" type="datetimeFigureOut">
              <a:rPr lang="zh-CN" altLang="en-US" smtClean="0"/>
              <a:pPr/>
              <a:t>2025/6/26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D0085-6DA3-4756-B4E4-9DD39C7A5B51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A731A-02FC-4CCC-9C75-297A43EABA8B}" type="datetimeFigureOut">
              <a:rPr lang="zh-CN" altLang="en-US" smtClean="0"/>
              <a:pPr/>
              <a:t>2025/6/26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D0085-6DA3-4756-B4E4-9DD39C7A5B51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A731A-02FC-4CCC-9C75-297A43EABA8B}" type="datetimeFigureOut">
              <a:rPr lang="zh-CN" altLang="en-US" smtClean="0"/>
              <a:pPr/>
              <a:t>2025/6/26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D0085-6DA3-4756-B4E4-9DD39C7A5B51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A731A-02FC-4CCC-9C75-297A43EABA8B}" type="datetimeFigureOut">
              <a:rPr lang="zh-CN" altLang="en-US" smtClean="0"/>
              <a:pPr/>
              <a:t>2025/6/26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D0085-6DA3-4756-B4E4-9DD39C7A5B51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A731A-02FC-4CCC-9C75-297A43EABA8B}" type="datetimeFigureOut">
              <a:rPr lang="zh-CN" altLang="en-US" smtClean="0"/>
              <a:pPr/>
              <a:t>2025/6/26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D0085-6DA3-4756-B4E4-9DD39C7A5B51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A731A-02FC-4CCC-9C75-297A43EABA8B}" type="datetimeFigureOut">
              <a:rPr lang="zh-CN" altLang="en-US" smtClean="0"/>
              <a:pPr/>
              <a:t>2025/6/26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D0085-6DA3-4756-B4E4-9DD39C7A5B51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A731A-02FC-4CCC-9C75-297A43EABA8B}" type="datetimeFigureOut">
              <a:rPr lang="zh-CN" altLang="en-US" smtClean="0"/>
              <a:pPr/>
              <a:t>2025/6/26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D0085-6DA3-4756-B4E4-9DD39C7A5B51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A731A-02FC-4CCC-9C75-297A43EABA8B}" type="datetimeFigureOut">
              <a:rPr lang="zh-CN" altLang="en-US" smtClean="0"/>
              <a:pPr/>
              <a:t>2025/6/26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D0085-6DA3-4756-B4E4-9DD39C7A5B51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A731A-02FC-4CCC-9C75-297A43EABA8B}" type="datetimeFigureOut">
              <a:rPr lang="zh-CN" altLang="en-US" smtClean="0"/>
              <a:pPr/>
              <a:t>2025/6/26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D0085-6DA3-4756-B4E4-9DD39C7A5B51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9A731A-02FC-4CCC-9C75-297A43EABA8B}" type="datetimeFigureOut">
              <a:rPr lang="zh-CN" altLang="en-US" smtClean="0"/>
              <a:pPr/>
              <a:t>2025/6/26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FD0085-6DA3-4756-B4E4-9DD39C7A5B51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6.wmf"/><Relationship Id="rId3" Type="http://schemas.openxmlformats.org/officeDocument/2006/relationships/image" Target="../media/image1.wmf"/><Relationship Id="rId7" Type="http://schemas.openxmlformats.org/officeDocument/2006/relationships/image" Target="../media/image3.wmf"/><Relationship Id="rId12" Type="http://schemas.openxmlformats.org/officeDocument/2006/relationships/oleObject" Target="../embeddings/oleObject6.bin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5.wmf"/><Relationship Id="rId5" Type="http://schemas.openxmlformats.org/officeDocument/2006/relationships/image" Target="../media/image2.wmf"/><Relationship Id="rId10" Type="http://schemas.openxmlformats.org/officeDocument/2006/relationships/oleObject" Target="../embeddings/oleObject5.bin"/><Relationship Id="rId4" Type="http://schemas.openxmlformats.org/officeDocument/2006/relationships/oleObject" Target="../embeddings/oleObject2.bin"/><Relationship Id="rId9" Type="http://schemas.openxmlformats.org/officeDocument/2006/relationships/image" Target="../media/image4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.bin"/><Relationship Id="rId13" Type="http://schemas.openxmlformats.org/officeDocument/2006/relationships/image" Target="../media/image12.wmf"/><Relationship Id="rId3" Type="http://schemas.openxmlformats.org/officeDocument/2006/relationships/image" Target="../media/image7.wmf"/><Relationship Id="rId7" Type="http://schemas.openxmlformats.org/officeDocument/2006/relationships/image" Target="../media/image9.wmf"/><Relationship Id="rId12" Type="http://schemas.openxmlformats.org/officeDocument/2006/relationships/oleObject" Target="../embeddings/oleObject12.bin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9.bin"/><Relationship Id="rId11" Type="http://schemas.openxmlformats.org/officeDocument/2006/relationships/image" Target="../media/image11.wmf"/><Relationship Id="rId5" Type="http://schemas.openxmlformats.org/officeDocument/2006/relationships/image" Target="../media/image8.wmf"/><Relationship Id="rId10" Type="http://schemas.openxmlformats.org/officeDocument/2006/relationships/oleObject" Target="../embeddings/oleObject11.bin"/><Relationship Id="rId4" Type="http://schemas.openxmlformats.org/officeDocument/2006/relationships/oleObject" Target="../embeddings/oleObject8.bin"/><Relationship Id="rId9" Type="http://schemas.openxmlformats.org/officeDocument/2006/relationships/image" Target="../media/image10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.bin"/><Relationship Id="rId13" Type="http://schemas.openxmlformats.org/officeDocument/2006/relationships/image" Target="../media/image18.emf"/><Relationship Id="rId18" Type="http://schemas.openxmlformats.org/officeDocument/2006/relationships/oleObject" Target="../embeddings/oleObject21.bin"/><Relationship Id="rId3" Type="http://schemas.openxmlformats.org/officeDocument/2006/relationships/image" Target="../media/image13.emf"/><Relationship Id="rId21" Type="http://schemas.openxmlformats.org/officeDocument/2006/relationships/image" Target="../media/image22.emf"/><Relationship Id="rId7" Type="http://schemas.openxmlformats.org/officeDocument/2006/relationships/image" Target="../media/image15.emf"/><Relationship Id="rId12" Type="http://schemas.openxmlformats.org/officeDocument/2006/relationships/oleObject" Target="../embeddings/oleObject18.bin"/><Relationship Id="rId17" Type="http://schemas.openxmlformats.org/officeDocument/2006/relationships/image" Target="../media/image20.wmf"/><Relationship Id="rId25" Type="http://schemas.openxmlformats.org/officeDocument/2006/relationships/image" Target="../media/image24.emf"/><Relationship Id="rId2" Type="http://schemas.openxmlformats.org/officeDocument/2006/relationships/oleObject" Target="../embeddings/oleObject13.bin"/><Relationship Id="rId16" Type="http://schemas.openxmlformats.org/officeDocument/2006/relationships/oleObject" Target="../embeddings/oleObject20.bin"/><Relationship Id="rId20" Type="http://schemas.openxmlformats.org/officeDocument/2006/relationships/oleObject" Target="../embeddings/oleObject2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5.bin"/><Relationship Id="rId11" Type="http://schemas.openxmlformats.org/officeDocument/2006/relationships/image" Target="../media/image17.emf"/><Relationship Id="rId24" Type="http://schemas.openxmlformats.org/officeDocument/2006/relationships/oleObject" Target="../embeddings/oleObject24.bin"/><Relationship Id="rId5" Type="http://schemas.openxmlformats.org/officeDocument/2006/relationships/image" Target="../media/image14.emf"/><Relationship Id="rId15" Type="http://schemas.openxmlformats.org/officeDocument/2006/relationships/image" Target="../media/image19.emf"/><Relationship Id="rId23" Type="http://schemas.openxmlformats.org/officeDocument/2006/relationships/image" Target="../media/image23.emf"/><Relationship Id="rId10" Type="http://schemas.openxmlformats.org/officeDocument/2006/relationships/oleObject" Target="../embeddings/oleObject17.bin"/><Relationship Id="rId19" Type="http://schemas.openxmlformats.org/officeDocument/2006/relationships/image" Target="../media/image21.wmf"/><Relationship Id="rId4" Type="http://schemas.openxmlformats.org/officeDocument/2006/relationships/oleObject" Target="../embeddings/oleObject14.bin"/><Relationship Id="rId9" Type="http://schemas.openxmlformats.org/officeDocument/2006/relationships/image" Target="../media/image16.emf"/><Relationship Id="rId14" Type="http://schemas.openxmlformats.org/officeDocument/2006/relationships/oleObject" Target="../embeddings/oleObject19.bin"/><Relationship Id="rId22" Type="http://schemas.openxmlformats.org/officeDocument/2006/relationships/oleObject" Target="../embeddings/oleObject23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8.bin"/><Relationship Id="rId13" Type="http://schemas.openxmlformats.org/officeDocument/2006/relationships/image" Target="../media/image30.wmf"/><Relationship Id="rId3" Type="http://schemas.openxmlformats.org/officeDocument/2006/relationships/image" Target="../media/image25.wmf"/><Relationship Id="rId7" Type="http://schemas.openxmlformats.org/officeDocument/2006/relationships/image" Target="../media/image27.wmf"/><Relationship Id="rId12" Type="http://schemas.openxmlformats.org/officeDocument/2006/relationships/oleObject" Target="../embeddings/oleObject30.bin"/><Relationship Id="rId2" Type="http://schemas.openxmlformats.org/officeDocument/2006/relationships/oleObject" Target="../embeddings/oleObject2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7.bin"/><Relationship Id="rId11" Type="http://schemas.openxmlformats.org/officeDocument/2006/relationships/image" Target="../media/image29.emf"/><Relationship Id="rId5" Type="http://schemas.openxmlformats.org/officeDocument/2006/relationships/image" Target="../media/image26.wmf"/><Relationship Id="rId10" Type="http://schemas.openxmlformats.org/officeDocument/2006/relationships/oleObject" Target="../embeddings/oleObject29.bin"/><Relationship Id="rId4" Type="http://schemas.openxmlformats.org/officeDocument/2006/relationships/oleObject" Target="../embeddings/oleObject26.bin"/><Relationship Id="rId9" Type="http://schemas.openxmlformats.org/officeDocument/2006/relationships/image" Target="../media/image28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7" Type="http://schemas.openxmlformats.org/officeDocument/2006/relationships/image" Target="../media/image33.emf"/><Relationship Id="rId2" Type="http://schemas.openxmlformats.org/officeDocument/2006/relationships/oleObject" Target="../embeddings/oleObject3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3.bin"/><Relationship Id="rId5" Type="http://schemas.openxmlformats.org/officeDocument/2006/relationships/image" Target="../media/image32.wmf"/><Relationship Id="rId4" Type="http://schemas.openxmlformats.org/officeDocument/2006/relationships/oleObject" Target="../embeddings/oleObject32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7.bin"/><Relationship Id="rId3" Type="http://schemas.openxmlformats.org/officeDocument/2006/relationships/image" Target="../media/image34.wmf"/><Relationship Id="rId7" Type="http://schemas.openxmlformats.org/officeDocument/2006/relationships/image" Target="../media/image36.wmf"/><Relationship Id="rId2" Type="http://schemas.openxmlformats.org/officeDocument/2006/relationships/oleObject" Target="../embeddings/oleObject3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6.bin"/><Relationship Id="rId5" Type="http://schemas.openxmlformats.org/officeDocument/2006/relationships/image" Target="../media/image35.wmf"/><Relationship Id="rId4" Type="http://schemas.openxmlformats.org/officeDocument/2006/relationships/oleObject" Target="../embeddings/oleObject35.bin"/><Relationship Id="rId9" Type="http://schemas.openxmlformats.org/officeDocument/2006/relationships/image" Target="../media/image37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1.bin"/><Relationship Id="rId3" Type="http://schemas.openxmlformats.org/officeDocument/2006/relationships/image" Target="../media/image38.wmf"/><Relationship Id="rId7" Type="http://schemas.openxmlformats.org/officeDocument/2006/relationships/image" Target="../media/image40.wmf"/><Relationship Id="rId12" Type="http://schemas.openxmlformats.org/officeDocument/2006/relationships/image" Target="../media/image42.wmf"/><Relationship Id="rId2" Type="http://schemas.openxmlformats.org/officeDocument/2006/relationships/oleObject" Target="../embeddings/oleObject3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0.bin"/><Relationship Id="rId11" Type="http://schemas.openxmlformats.org/officeDocument/2006/relationships/oleObject" Target="../embeddings/oleObject43.bin"/><Relationship Id="rId5" Type="http://schemas.openxmlformats.org/officeDocument/2006/relationships/image" Target="../media/image39.wmf"/><Relationship Id="rId10" Type="http://schemas.openxmlformats.org/officeDocument/2006/relationships/oleObject" Target="../embeddings/oleObject42.bin"/><Relationship Id="rId4" Type="http://schemas.openxmlformats.org/officeDocument/2006/relationships/oleObject" Target="../embeddings/oleObject39.bin"/><Relationship Id="rId9" Type="http://schemas.openxmlformats.org/officeDocument/2006/relationships/image" Target="../media/image41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7.bin"/><Relationship Id="rId13" Type="http://schemas.openxmlformats.org/officeDocument/2006/relationships/image" Target="../media/image47.wmf"/><Relationship Id="rId3" Type="http://schemas.openxmlformats.org/officeDocument/2006/relationships/image" Target="../media/image43.wmf"/><Relationship Id="rId7" Type="http://schemas.openxmlformats.org/officeDocument/2006/relationships/image" Target="../media/image44.wmf"/><Relationship Id="rId12" Type="http://schemas.openxmlformats.org/officeDocument/2006/relationships/oleObject" Target="../embeddings/oleObject49.bin"/><Relationship Id="rId2" Type="http://schemas.openxmlformats.org/officeDocument/2006/relationships/oleObject" Target="../embeddings/oleObject4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6.bin"/><Relationship Id="rId11" Type="http://schemas.openxmlformats.org/officeDocument/2006/relationships/image" Target="../media/image46.wmf"/><Relationship Id="rId5" Type="http://schemas.openxmlformats.org/officeDocument/2006/relationships/image" Target="../media/image39.wmf"/><Relationship Id="rId10" Type="http://schemas.openxmlformats.org/officeDocument/2006/relationships/oleObject" Target="../embeddings/oleObject48.bin"/><Relationship Id="rId4" Type="http://schemas.openxmlformats.org/officeDocument/2006/relationships/oleObject" Target="../embeddings/oleObject45.bin"/><Relationship Id="rId9" Type="http://schemas.openxmlformats.org/officeDocument/2006/relationships/image" Target="../media/image45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wmf"/><Relationship Id="rId2" Type="http://schemas.openxmlformats.org/officeDocument/2006/relationships/oleObject" Target="../embeddings/oleObject50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9.wmf"/><Relationship Id="rId4" Type="http://schemas.openxmlformats.org/officeDocument/2006/relationships/oleObject" Target="../embeddings/oleObject51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5.bin"/><Relationship Id="rId13" Type="http://schemas.openxmlformats.org/officeDocument/2006/relationships/image" Target="../media/image39.wmf"/><Relationship Id="rId18" Type="http://schemas.openxmlformats.org/officeDocument/2006/relationships/oleObject" Target="../embeddings/oleObject60.bin"/><Relationship Id="rId3" Type="http://schemas.openxmlformats.org/officeDocument/2006/relationships/image" Target="../media/image50.wmf"/><Relationship Id="rId7" Type="http://schemas.openxmlformats.org/officeDocument/2006/relationships/image" Target="../media/image52.wmf"/><Relationship Id="rId12" Type="http://schemas.openxmlformats.org/officeDocument/2006/relationships/oleObject" Target="../embeddings/oleObject57.bin"/><Relationship Id="rId17" Type="http://schemas.openxmlformats.org/officeDocument/2006/relationships/image" Target="../media/image56.wmf"/><Relationship Id="rId2" Type="http://schemas.openxmlformats.org/officeDocument/2006/relationships/oleObject" Target="../embeddings/oleObject52.bin"/><Relationship Id="rId16" Type="http://schemas.openxmlformats.org/officeDocument/2006/relationships/oleObject" Target="../embeddings/oleObject59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54.bin"/><Relationship Id="rId11" Type="http://schemas.openxmlformats.org/officeDocument/2006/relationships/image" Target="../media/image54.wmf"/><Relationship Id="rId5" Type="http://schemas.openxmlformats.org/officeDocument/2006/relationships/image" Target="../media/image51.wmf"/><Relationship Id="rId15" Type="http://schemas.openxmlformats.org/officeDocument/2006/relationships/image" Target="../media/image55.wmf"/><Relationship Id="rId10" Type="http://schemas.openxmlformats.org/officeDocument/2006/relationships/oleObject" Target="../embeddings/oleObject56.bin"/><Relationship Id="rId19" Type="http://schemas.openxmlformats.org/officeDocument/2006/relationships/image" Target="../media/image57.wmf"/><Relationship Id="rId4" Type="http://schemas.openxmlformats.org/officeDocument/2006/relationships/oleObject" Target="../embeddings/oleObject53.bin"/><Relationship Id="rId9" Type="http://schemas.openxmlformats.org/officeDocument/2006/relationships/image" Target="../media/image53.wmf"/><Relationship Id="rId14" Type="http://schemas.openxmlformats.org/officeDocument/2006/relationships/oleObject" Target="../embeddings/oleObject58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4.bin"/><Relationship Id="rId13" Type="http://schemas.openxmlformats.org/officeDocument/2006/relationships/image" Target="../media/image63.wmf"/><Relationship Id="rId3" Type="http://schemas.openxmlformats.org/officeDocument/2006/relationships/image" Target="../media/image58.wmf"/><Relationship Id="rId7" Type="http://schemas.openxmlformats.org/officeDocument/2006/relationships/image" Target="../media/image60.wmf"/><Relationship Id="rId12" Type="http://schemas.openxmlformats.org/officeDocument/2006/relationships/oleObject" Target="../embeddings/oleObject66.bin"/><Relationship Id="rId2" Type="http://schemas.openxmlformats.org/officeDocument/2006/relationships/oleObject" Target="../embeddings/oleObject6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63.bin"/><Relationship Id="rId11" Type="http://schemas.openxmlformats.org/officeDocument/2006/relationships/image" Target="../media/image62.wmf"/><Relationship Id="rId5" Type="http://schemas.openxmlformats.org/officeDocument/2006/relationships/image" Target="../media/image59.emf"/><Relationship Id="rId15" Type="http://schemas.openxmlformats.org/officeDocument/2006/relationships/image" Target="../media/image64.wmf"/><Relationship Id="rId10" Type="http://schemas.openxmlformats.org/officeDocument/2006/relationships/oleObject" Target="../embeddings/oleObject65.bin"/><Relationship Id="rId4" Type="http://schemas.openxmlformats.org/officeDocument/2006/relationships/oleObject" Target="../embeddings/oleObject62.bin"/><Relationship Id="rId9" Type="http://schemas.openxmlformats.org/officeDocument/2006/relationships/image" Target="../media/image61.wmf"/><Relationship Id="rId14" Type="http://schemas.openxmlformats.org/officeDocument/2006/relationships/oleObject" Target="../embeddings/oleObject67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wmf"/><Relationship Id="rId2" Type="http://schemas.openxmlformats.org/officeDocument/2006/relationships/oleObject" Target="../embeddings/oleObject68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6.wmf"/><Relationship Id="rId4" Type="http://schemas.openxmlformats.org/officeDocument/2006/relationships/oleObject" Target="../embeddings/oleObject69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3.bin"/><Relationship Id="rId3" Type="http://schemas.openxmlformats.org/officeDocument/2006/relationships/image" Target="../media/image67.wmf"/><Relationship Id="rId7" Type="http://schemas.openxmlformats.org/officeDocument/2006/relationships/image" Target="../media/image69.wmf"/><Relationship Id="rId2" Type="http://schemas.openxmlformats.org/officeDocument/2006/relationships/oleObject" Target="../embeddings/oleObject7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72.bin"/><Relationship Id="rId11" Type="http://schemas.openxmlformats.org/officeDocument/2006/relationships/image" Target="../media/image71.wmf"/><Relationship Id="rId5" Type="http://schemas.openxmlformats.org/officeDocument/2006/relationships/image" Target="../media/image68.wmf"/><Relationship Id="rId10" Type="http://schemas.openxmlformats.org/officeDocument/2006/relationships/oleObject" Target="../embeddings/oleObject74.bin"/><Relationship Id="rId4" Type="http://schemas.openxmlformats.org/officeDocument/2006/relationships/oleObject" Target="../embeddings/oleObject71.bin"/><Relationship Id="rId9" Type="http://schemas.openxmlformats.org/officeDocument/2006/relationships/image" Target="../media/image70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8.bin"/><Relationship Id="rId3" Type="http://schemas.openxmlformats.org/officeDocument/2006/relationships/image" Target="../media/image72.wmf"/><Relationship Id="rId7" Type="http://schemas.openxmlformats.org/officeDocument/2006/relationships/image" Target="../media/image74.wmf"/><Relationship Id="rId2" Type="http://schemas.openxmlformats.org/officeDocument/2006/relationships/oleObject" Target="../embeddings/oleObject7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77.bin"/><Relationship Id="rId11" Type="http://schemas.openxmlformats.org/officeDocument/2006/relationships/image" Target="../media/image76.wmf"/><Relationship Id="rId5" Type="http://schemas.openxmlformats.org/officeDocument/2006/relationships/image" Target="../media/image73.wmf"/><Relationship Id="rId10" Type="http://schemas.openxmlformats.org/officeDocument/2006/relationships/oleObject" Target="../embeddings/oleObject79.bin"/><Relationship Id="rId4" Type="http://schemas.openxmlformats.org/officeDocument/2006/relationships/oleObject" Target="../embeddings/oleObject76.bin"/><Relationship Id="rId9" Type="http://schemas.openxmlformats.org/officeDocument/2006/relationships/image" Target="../media/image75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3.bin"/><Relationship Id="rId13" Type="http://schemas.openxmlformats.org/officeDocument/2006/relationships/image" Target="../media/image82.wmf"/><Relationship Id="rId3" Type="http://schemas.openxmlformats.org/officeDocument/2006/relationships/image" Target="../media/image77.wmf"/><Relationship Id="rId7" Type="http://schemas.openxmlformats.org/officeDocument/2006/relationships/image" Target="../media/image79.wmf"/><Relationship Id="rId12" Type="http://schemas.openxmlformats.org/officeDocument/2006/relationships/oleObject" Target="../embeddings/oleObject85.bin"/><Relationship Id="rId2" Type="http://schemas.openxmlformats.org/officeDocument/2006/relationships/oleObject" Target="../embeddings/oleObject8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82.bin"/><Relationship Id="rId11" Type="http://schemas.openxmlformats.org/officeDocument/2006/relationships/image" Target="../media/image81.wmf"/><Relationship Id="rId5" Type="http://schemas.openxmlformats.org/officeDocument/2006/relationships/image" Target="../media/image78.wmf"/><Relationship Id="rId15" Type="http://schemas.openxmlformats.org/officeDocument/2006/relationships/image" Target="../media/image83.wmf"/><Relationship Id="rId10" Type="http://schemas.openxmlformats.org/officeDocument/2006/relationships/oleObject" Target="../embeddings/oleObject84.bin"/><Relationship Id="rId4" Type="http://schemas.openxmlformats.org/officeDocument/2006/relationships/oleObject" Target="../embeddings/oleObject81.bin"/><Relationship Id="rId9" Type="http://schemas.openxmlformats.org/officeDocument/2006/relationships/image" Target="../media/image80.wmf"/><Relationship Id="rId14" Type="http://schemas.openxmlformats.org/officeDocument/2006/relationships/oleObject" Target="../embeddings/oleObject86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0.bin"/><Relationship Id="rId13" Type="http://schemas.openxmlformats.org/officeDocument/2006/relationships/image" Target="../media/image89.wmf"/><Relationship Id="rId3" Type="http://schemas.openxmlformats.org/officeDocument/2006/relationships/image" Target="../media/image84.wmf"/><Relationship Id="rId7" Type="http://schemas.openxmlformats.org/officeDocument/2006/relationships/image" Target="../media/image86.wmf"/><Relationship Id="rId12" Type="http://schemas.openxmlformats.org/officeDocument/2006/relationships/oleObject" Target="../embeddings/oleObject92.bin"/><Relationship Id="rId2" Type="http://schemas.openxmlformats.org/officeDocument/2006/relationships/oleObject" Target="../embeddings/oleObject8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89.bin"/><Relationship Id="rId11" Type="http://schemas.openxmlformats.org/officeDocument/2006/relationships/image" Target="../media/image88.wmf"/><Relationship Id="rId5" Type="http://schemas.openxmlformats.org/officeDocument/2006/relationships/image" Target="../media/image85.wmf"/><Relationship Id="rId15" Type="http://schemas.openxmlformats.org/officeDocument/2006/relationships/image" Target="../media/image90.wmf"/><Relationship Id="rId10" Type="http://schemas.openxmlformats.org/officeDocument/2006/relationships/oleObject" Target="../embeddings/oleObject91.bin"/><Relationship Id="rId4" Type="http://schemas.openxmlformats.org/officeDocument/2006/relationships/oleObject" Target="../embeddings/oleObject88.bin"/><Relationship Id="rId9" Type="http://schemas.openxmlformats.org/officeDocument/2006/relationships/image" Target="../media/image87.wmf"/><Relationship Id="rId14" Type="http://schemas.openxmlformats.org/officeDocument/2006/relationships/oleObject" Target="../embeddings/oleObject93.bin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wmf"/><Relationship Id="rId3" Type="http://schemas.openxmlformats.org/officeDocument/2006/relationships/oleObject" Target="../embeddings/oleObject94.bin"/><Relationship Id="rId7" Type="http://schemas.openxmlformats.org/officeDocument/2006/relationships/oleObject" Target="../embeddings/oleObject96.bin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3.wmf"/><Relationship Id="rId5" Type="http://schemas.openxmlformats.org/officeDocument/2006/relationships/oleObject" Target="../embeddings/oleObject95.bin"/><Relationship Id="rId4" Type="http://schemas.openxmlformats.org/officeDocument/2006/relationships/image" Target="../media/image92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0.bin"/><Relationship Id="rId3" Type="http://schemas.openxmlformats.org/officeDocument/2006/relationships/image" Target="../media/image95.wmf"/><Relationship Id="rId7" Type="http://schemas.openxmlformats.org/officeDocument/2006/relationships/image" Target="../media/image97.wmf"/><Relationship Id="rId2" Type="http://schemas.openxmlformats.org/officeDocument/2006/relationships/oleObject" Target="../embeddings/oleObject9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99.bin"/><Relationship Id="rId5" Type="http://schemas.openxmlformats.org/officeDocument/2006/relationships/image" Target="../media/image96.wmf"/><Relationship Id="rId10" Type="http://schemas.openxmlformats.org/officeDocument/2006/relationships/image" Target="../media/image99.png"/><Relationship Id="rId4" Type="http://schemas.openxmlformats.org/officeDocument/2006/relationships/oleObject" Target="../embeddings/oleObject98.bin"/><Relationship Id="rId9" Type="http://schemas.openxmlformats.org/officeDocument/2006/relationships/image" Target="../media/image98.w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3.png"/><Relationship Id="rId4" Type="http://schemas.openxmlformats.org/officeDocument/2006/relationships/image" Target="../media/image102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4.bin"/><Relationship Id="rId13" Type="http://schemas.openxmlformats.org/officeDocument/2006/relationships/image" Target="../media/image109.emf"/><Relationship Id="rId18" Type="http://schemas.openxmlformats.org/officeDocument/2006/relationships/oleObject" Target="../embeddings/oleObject109.bin"/><Relationship Id="rId26" Type="http://schemas.openxmlformats.org/officeDocument/2006/relationships/oleObject" Target="../embeddings/oleObject113.bin"/><Relationship Id="rId3" Type="http://schemas.openxmlformats.org/officeDocument/2006/relationships/image" Target="../media/image104.emf"/><Relationship Id="rId21" Type="http://schemas.openxmlformats.org/officeDocument/2006/relationships/image" Target="../media/image113.emf"/><Relationship Id="rId7" Type="http://schemas.openxmlformats.org/officeDocument/2006/relationships/image" Target="../media/image106.emf"/><Relationship Id="rId12" Type="http://schemas.openxmlformats.org/officeDocument/2006/relationships/oleObject" Target="../embeddings/oleObject106.bin"/><Relationship Id="rId17" Type="http://schemas.openxmlformats.org/officeDocument/2006/relationships/image" Target="../media/image111.emf"/><Relationship Id="rId25" Type="http://schemas.openxmlformats.org/officeDocument/2006/relationships/image" Target="../media/image115.emf"/><Relationship Id="rId2" Type="http://schemas.openxmlformats.org/officeDocument/2006/relationships/oleObject" Target="../embeddings/oleObject101.bin"/><Relationship Id="rId16" Type="http://schemas.openxmlformats.org/officeDocument/2006/relationships/oleObject" Target="../embeddings/oleObject108.bin"/><Relationship Id="rId20" Type="http://schemas.openxmlformats.org/officeDocument/2006/relationships/oleObject" Target="../embeddings/oleObject11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03.bin"/><Relationship Id="rId11" Type="http://schemas.openxmlformats.org/officeDocument/2006/relationships/image" Target="../media/image108.emf"/><Relationship Id="rId24" Type="http://schemas.openxmlformats.org/officeDocument/2006/relationships/oleObject" Target="../embeddings/oleObject112.bin"/><Relationship Id="rId5" Type="http://schemas.openxmlformats.org/officeDocument/2006/relationships/image" Target="../media/image105.emf"/><Relationship Id="rId15" Type="http://schemas.openxmlformats.org/officeDocument/2006/relationships/image" Target="../media/image110.emf"/><Relationship Id="rId23" Type="http://schemas.openxmlformats.org/officeDocument/2006/relationships/image" Target="../media/image114.emf"/><Relationship Id="rId10" Type="http://schemas.openxmlformats.org/officeDocument/2006/relationships/oleObject" Target="../embeddings/oleObject105.bin"/><Relationship Id="rId19" Type="http://schemas.openxmlformats.org/officeDocument/2006/relationships/image" Target="../media/image112.emf"/><Relationship Id="rId4" Type="http://schemas.openxmlformats.org/officeDocument/2006/relationships/oleObject" Target="../embeddings/oleObject102.bin"/><Relationship Id="rId9" Type="http://schemas.openxmlformats.org/officeDocument/2006/relationships/image" Target="../media/image107.emf"/><Relationship Id="rId14" Type="http://schemas.openxmlformats.org/officeDocument/2006/relationships/oleObject" Target="../embeddings/oleObject107.bin"/><Relationship Id="rId22" Type="http://schemas.openxmlformats.org/officeDocument/2006/relationships/oleObject" Target="../embeddings/oleObject111.bin"/><Relationship Id="rId27" Type="http://schemas.openxmlformats.org/officeDocument/2006/relationships/image" Target="../media/image116.e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7.bin"/><Relationship Id="rId13" Type="http://schemas.openxmlformats.org/officeDocument/2006/relationships/image" Target="../media/image111.emf"/><Relationship Id="rId18" Type="http://schemas.openxmlformats.org/officeDocument/2006/relationships/oleObject" Target="../embeddings/oleObject120.bin"/><Relationship Id="rId26" Type="http://schemas.openxmlformats.org/officeDocument/2006/relationships/oleObject" Target="../embeddings/oleObject124.bin"/><Relationship Id="rId3" Type="http://schemas.openxmlformats.org/officeDocument/2006/relationships/image" Target="../media/image117.emf"/><Relationship Id="rId21" Type="http://schemas.openxmlformats.org/officeDocument/2006/relationships/image" Target="../media/image124.emf"/><Relationship Id="rId7" Type="http://schemas.openxmlformats.org/officeDocument/2006/relationships/image" Target="../media/image119.emf"/><Relationship Id="rId12" Type="http://schemas.openxmlformats.org/officeDocument/2006/relationships/oleObject" Target="../embeddings/oleObject108.bin"/><Relationship Id="rId17" Type="http://schemas.openxmlformats.org/officeDocument/2006/relationships/image" Target="../media/image122.emf"/><Relationship Id="rId25" Type="http://schemas.openxmlformats.org/officeDocument/2006/relationships/image" Target="../media/image126.emf"/><Relationship Id="rId2" Type="http://schemas.openxmlformats.org/officeDocument/2006/relationships/oleObject" Target="../embeddings/oleObject114.bin"/><Relationship Id="rId16" Type="http://schemas.openxmlformats.org/officeDocument/2006/relationships/oleObject" Target="../embeddings/oleObject119.bin"/><Relationship Id="rId20" Type="http://schemas.openxmlformats.org/officeDocument/2006/relationships/oleObject" Target="../embeddings/oleObject121.bin"/><Relationship Id="rId29" Type="http://schemas.openxmlformats.org/officeDocument/2006/relationships/image" Target="../media/image128.e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16.bin"/><Relationship Id="rId11" Type="http://schemas.openxmlformats.org/officeDocument/2006/relationships/image" Target="../media/image121.emf"/><Relationship Id="rId24" Type="http://schemas.openxmlformats.org/officeDocument/2006/relationships/oleObject" Target="../embeddings/oleObject123.bin"/><Relationship Id="rId5" Type="http://schemas.openxmlformats.org/officeDocument/2006/relationships/image" Target="../media/image118.emf"/><Relationship Id="rId15" Type="http://schemas.openxmlformats.org/officeDocument/2006/relationships/image" Target="../media/image108.emf"/><Relationship Id="rId23" Type="http://schemas.openxmlformats.org/officeDocument/2006/relationships/image" Target="../media/image125.emf"/><Relationship Id="rId28" Type="http://schemas.openxmlformats.org/officeDocument/2006/relationships/oleObject" Target="../embeddings/oleObject125.bin"/><Relationship Id="rId10" Type="http://schemas.openxmlformats.org/officeDocument/2006/relationships/oleObject" Target="../embeddings/oleObject118.bin"/><Relationship Id="rId19" Type="http://schemas.openxmlformats.org/officeDocument/2006/relationships/image" Target="../media/image123.emf"/><Relationship Id="rId4" Type="http://schemas.openxmlformats.org/officeDocument/2006/relationships/oleObject" Target="../embeddings/oleObject115.bin"/><Relationship Id="rId9" Type="http://schemas.openxmlformats.org/officeDocument/2006/relationships/image" Target="../media/image120.emf"/><Relationship Id="rId14" Type="http://schemas.openxmlformats.org/officeDocument/2006/relationships/oleObject" Target="../embeddings/oleObject105.bin"/><Relationship Id="rId22" Type="http://schemas.openxmlformats.org/officeDocument/2006/relationships/oleObject" Target="../embeddings/oleObject122.bin"/><Relationship Id="rId27" Type="http://schemas.openxmlformats.org/officeDocument/2006/relationships/image" Target="../media/image127.e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9.bin"/><Relationship Id="rId3" Type="http://schemas.openxmlformats.org/officeDocument/2006/relationships/image" Target="../media/image129.emf"/><Relationship Id="rId7" Type="http://schemas.openxmlformats.org/officeDocument/2006/relationships/image" Target="../media/image131.emf"/><Relationship Id="rId2" Type="http://schemas.openxmlformats.org/officeDocument/2006/relationships/oleObject" Target="../embeddings/oleObject126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28.bin"/><Relationship Id="rId5" Type="http://schemas.openxmlformats.org/officeDocument/2006/relationships/image" Target="../media/image130.emf"/><Relationship Id="rId4" Type="http://schemas.openxmlformats.org/officeDocument/2006/relationships/oleObject" Target="../embeddings/oleObject127.bin"/><Relationship Id="rId9" Type="http://schemas.openxmlformats.org/officeDocument/2006/relationships/image" Target="../media/image132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emf"/><Relationship Id="rId2" Type="http://schemas.openxmlformats.org/officeDocument/2006/relationships/oleObject" Target="../embeddings/oleObject130.bin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34.emf"/><Relationship Id="rId4" Type="http://schemas.openxmlformats.org/officeDocument/2006/relationships/oleObject" Target="../embeddings/oleObject131.bin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5.bin"/><Relationship Id="rId13" Type="http://schemas.openxmlformats.org/officeDocument/2006/relationships/oleObject" Target="../embeddings/oleObject138.bin"/><Relationship Id="rId18" Type="http://schemas.openxmlformats.org/officeDocument/2006/relationships/image" Target="../media/image142.wmf"/><Relationship Id="rId26" Type="http://schemas.openxmlformats.org/officeDocument/2006/relationships/image" Target="../media/image146.emf"/><Relationship Id="rId3" Type="http://schemas.openxmlformats.org/officeDocument/2006/relationships/image" Target="../media/image135.emf"/><Relationship Id="rId21" Type="http://schemas.openxmlformats.org/officeDocument/2006/relationships/oleObject" Target="../embeddings/oleObject142.bin"/><Relationship Id="rId7" Type="http://schemas.openxmlformats.org/officeDocument/2006/relationships/image" Target="../media/image137.emf"/><Relationship Id="rId12" Type="http://schemas.openxmlformats.org/officeDocument/2006/relationships/oleObject" Target="../embeddings/oleObject137.bin"/><Relationship Id="rId17" Type="http://schemas.openxmlformats.org/officeDocument/2006/relationships/oleObject" Target="../embeddings/oleObject140.bin"/><Relationship Id="rId25" Type="http://schemas.openxmlformats.org/officeDocument/2006/relationships/oleObject" Target="../embeddings/oleObject144.bin"/><Relationship Id="rId2" Type="http://schemas.openxmlformats.org/officeDocument/2006/relationships/oleObject" Target="../embeddings/oleObject132.bin"/><Relationship Id="rId16" Type="http://schemas.openxmlformats.org/officeDocument/2006/relationships/image" Target="../media/image141.wmf"/><Relationship Id="rId20" Type="http://schemas.openxmlformats.org/officeDocument/2006/relationships/image" Target="../media/image143.e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34.bin"/><Relationship Id="rId11" Type="http://schemas.openxmlformats.org/officeDocument/2006/relationships/image" Target="../media/image139.wmf"/><Relationship Id="rId24" Type="http://schemas.openxmlformats.org/officeDocument/2006/relationships/image" Target="../media/image145.emf"/><Relationship Id="rId5" Type="http://schemas.openxmlformats.org/officeDocument/2006/relationships/image" Target="../media/image136.emf"/><Relationship Id="rId15" Type="http://schemas.openxmlformats.org/officeDocument/2006/relationships/oleObject" Target="../embeddings/oleObject139.bin"/><Relationship Id="rId23" Type="http://schemas.openxmlformats.org/officeDocument/2006/relationships/oleObject" Target="../embeddings/oleObject143.bin"/><Relationship Id="rId28" Type="http://schemas.openxmlformats.org/officeDocument/2006/relationships/image" Target="../media/image147.emf"/><Relationship Id="rId10" Type="http://schemas.openxmlformats.org/officeDocument/2006/relationships/oleObject" Target="../embeddings/oleObject136.bin"/><Relationship Id="rId19" Type="http://schemas.openxmlformats.org/officeDocument/2006/relationships/oleObject" Target="../embeddings/oleObject141.bin"/><Relationship Id="rId4" Type="http://schemas.openxmlformats.org/officeDocument/2006/relationships/oleObject" Target="../embeddings/oleObject133.bin"/><Relationship Id="rId9" Type="http://schemas.openxmlformats.org/officeDocument/2006/relationships/image" Target="../media/image138.emf"/><Relationship Id="rId14" Type="http://schemas.openxmlformats.org/officeDocument/2006/relationships/image" Target="../media/image140.wmf"/><Relationship Id="rId22" Type="http://schemas.openxmlformats.org/officeDocument/2006/relationships/image" Target="../media/image144.emf"/><Relationship Id="rId27" Type="http://schemas.openxmlformats.org/officeDocument/2006/relationships/oleObject" Target="../embeddings/oleObject145.bin"/></Relationships>
</file>

<file path=ppt/slides/_rels/slide2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56.emf"/><Relationship Id="rId18" Type="http://schemas.openxmlformats.org/officeDocument/2006/relationships/image" Target="../media/image161.emf"/><Relationship Id="rId26" Type="http://schemas.openxmlformats.org/officeDocument/2006/relationships/image" Target="../media/image165.emf"/><Relationship Id="rId21" Type="http://schemas.openxmlformats.org/officeDocument/2006/relationships/oleObject" Target="../embeddings/oleObject150.bin"/><Relationship Id="rId34" Type="http://schemas.openxmlformats.org/officeDocument/2006/relationships/image" Target="../media/image169.emf"/><Relationship Id="rId7" Type="http://schemas.openxmlformats.org/officeDocument/2006/relationships/image" Target="../media/image151.emf"/><Relationship Id="rId12" Type="http://schemas.openxmlformats.org/officeDocument/2006/relationships/image" Target="../media/image155.emf"/><Relationship Id="rId17" Type="http://schemas.openxmlformats.org/officeDocument/2006/relationships/image" Target="../media/image160.emf"/><Relationship Id="rId25" Type="http://schemas.openxmlformats.org/officeDocument/2006/relationships/oleObject" Target="../embeddings/oleObject152.bin"/><Relationship Id="rId33" Type="http://schemas.openxmlformats.org/officeDocument/2006/relationships/oleObject" Target="../embeddings/oleObject156.bin"/><Relationship Id="rId38" Type="http://schemas.openxmlformats.org/officeDocument/2006/relationships/image" Target="../media/image171.emf"/><Relationship Id="rId2" Type="http://schemas.openxmlformats.org/officeDocument/2006/relationships/oleObject" Target="../embeddings/oleObject146.bin"/><Relationship Id="rId16" Type="http://schemas.openxmlformats.org/officeDocument/2006/relationships/image" Target="../media/image159.emf"/><Relationship Id="rId20" Type="http://schemas.openxmlformats.org/officeDocument/2006/relationships/image" Target="../media/image162.emf"/><Relationship Id="rId29" Type="http://schemas.openxmlformats.org/officeDocument/2006/relationships/oleObject" Target="../embeddings/oleObject154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0.emf"/><Relationship Id="rId11" Type="http://schemas.openxmlformats.org/officeDocument/2006/relationships/image" Target="../media/image154.emf"/><Relationship Id="rId24" Type="http://schemas.openxmlformats.org/officeDocument/2006/relationships/image" Target="../media/image164.emf"/><Relationship Id="rId32" Type="http://schemas.openxmlformats.org/officeDocument/2006/relationships/image" Target="../media/image168.emf"/><Relationship Id="rId37" Type="http://schemas.openxmlformats.org/officeDocument/2006/relationships/oleObject" Target="../embeddings/oleObject158.bin"/><Relationship Id="rId5" Type="http://schemas.openxmlformats.org/officeDocument/2006/relationships/image" Target="../media/image149.emf"/><Relationship Id="rId15" Type="http://schemas.openxmlformats.org/officeDocument/2006/relationships/image" Target="../media/image158.emf"/><Relationship Id="rId23" Type="http://schemas.openxmlformats.org/officeDocument/2006/relationships/oleObject" Target="../embeddings/oleObject151.bin"/><Relationship Id="rId28" Type="http://schemas.openxmlformats.org/officeDocument/2006/relationships/image" Target="../media/image166.emf"/><Relationship Id="rId36" Type="http://schemas.openxmlformats.org/officeDocument/2006/relationships/image" Target="../media/image170.emf"/><Relationship Id="rId10" Type="http://schemas.openxmlformats.org/officeDocument/2006/relationships/image" Target="../media/image153.emf"/><Relationship Id="rId19" Type="http://schemas.openxmlformats.org/officeDocument/2006/relationships/oleObject" Target="../embeddings/oleObject149.bin"/><Relationship Id="rId31" Type="http://schemas.openxmlformats.org/officeDocument/2006/relationships/oleObject" Target="../embeddings/oleObject155.bin"/><Relationship Id="rId4" Type="http://schemas.openxmlformats.org/officeDocument/2006/relationships/oleObject" Target="../embeddings/oleObject147.bin"/><Relationship Id="rId9" Type="http://schemas.openxmlformats.org/officeDocument/2006/relationships/oleObject" Target="../embeddings/oleObject148.bin"/><Relationship Id="rId14" Type="http://schemas.openxmlformats.org/officeDocument/2006/relationships/image" Target="../media/image157.emf"/><Relationship Id="rId22" Type="http://schemas.openxmlformats.org/officeDocument/2006/relationships/image" Target="../media/image163.emf"/><Relationship Id="rId27" Type="http://schemas.openxmlformats.org/officeDocument/2006/relationships/oleObject" Target="../embeddings/oleObject153.bin"/><Relationship Id="rId30" Type="http://schemas.openxmlformats.org/officeDocument/2006/relationships/image" Target="../media/image167.emf"/><Relationship Id="rId35" Type="http://schemas.openxmlformats.org/officeDocument/2006/relationships/oleObject" Target="../embeddings/oleObject157.bin"/><Relationship Id="rId8" Type="http://schemas.openxmlformats.org/officeDocument/2006/relationships/image" Target="../media/image152.emf"/><Relationship Id="rId3" Type="http://schemas.openxmlformats.org/officeDocument/2006/relationships/image" Target="../media/image148.e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5.wmf"/><Relationship Id="rId3" Type="http://schemas.openxmlformats.org/officeDocument/2006/relationships/oleObject" Target="../embeddings/oleObject159.bin"/><Relationship Id="rId7" Type="http://schemas.openxmlformats.org/officeDocument/2006/relationships/oleObject" Target="../embeddings/oleObject161.bin"/><Relationship Id="rId12" Type="http://schemas.openxmlformats.org/officeDocument/2006/relationships/image" Target="../media/image177.wmf"/><Relationship Id="rId2" Type="http://schemas.openxmlformats.org/officeDocument/2006/relationships/image" Target="../media/image17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4.wmf"/><Relationship Id="rId11" Type="http://schemas.openxmlformats.org/officeDocument/2006/relationships/oleObject" Target="../embeddings/oleObject163.bin"/><Relationship Id="rId5" Type="http://schemas.openxmlformats.org/officeDocument/2006/relationships/oleObject" Target="../embeddings/oleObject160.bin"/><Relationship Id="rId10" Type="http://schemas.openxmlformats.org/officeDocument/2006/relationships/image" Target="../media/image176.wmf"/><Relationship Id="rId4" Type="http://schemas.openxmlformats.org/officeDocument/2006/relationships/image" Target="../media/image173.wmf"/><Relationship Id="rId9" Type="http://schemas.openxmlformats.org/officeDocument/2006/relationships/oleObject" Target="../embeddings/oleObject162.bin"/></Relationships>
</file>

<file path=ppt/slides/_rels/slide2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83.wmf"/><Relationship Id="rId18" Type="http://schemas.openxmlformats.org/officeDocument/2006/relationships/oleObject" Target="../embeddings/oleObject172.bin"/><Relationship Id="rId26" Type="http://schemas.openxmlformats.org/officeDocument/2006/relationships/oleObject" Target="../embeddings/oleObject176.bin"/><Relationship Id="rId39" Type="http://schemas.openxmlformats.org/officeDocument/2006/relationships/image" Target="../media/image196.wmf"/><Relationship Id="rId21" Type="http://schemas.openxmlformats.org/officeDocument/2006/relationships/image" Target="../media/image187.wmf"/><Relationship Id="rId34" Type="http://schemas.openxmlformats.org/officeDocument/2006/relationships/oleObject" Target="../embeddings/oleObject180.bin"/><Relationship Id="rId7" Type="http://schemas.openxmlformats.org/officeDocument/2006/relationships/image" Target="../media/image180.wmf"/><Relationship Id="rId2" Type="http://schemas.openxmlformats.org/officeDocument/2006/relationships/oleObject" Target="../embeddings/oleObject164.bin"/><Relationship Id="rId16" Type="http://schemas.openxmlformats.org/officeDocument/2006/relationships/oleObject" Target="../embeddings/oleObject171.bin"/><Relationship Id="rId20" Type="http://schemas.openxmlformats.org/officeDocument/2006/relationships/oleObject" Target="../embeddings/oleObject173.bin"/><Relationship Id="rId29" Type="http://schemas.openxmlformats.org/officeDocument/2006/relationships/image" Target="../media/image191.wmf"/><Relationship Id="rId41" Type="http://schemas.openxmlformats.org/officeDocument/2006/relationships/image" Target="../media/image197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66.bin"/><Relationship Id="rId11" Type="http://schemas.openxmlformats.org/officeDocument/2006/relationships/image" Target="../media/image182.wmf"/><Relationship Id="rId24" Type="http://schemas.openxmlformats.org/officeDocument/2006/relationships/oleObject" Target="../embeddings/oleObject175.bin"/><Relationship Id="rId32" Type="http://schemas.openxmlformats.org/officeDocument/2006/relationships/oleObject" Target="../embeddings/oleObject179.bin"/><Relationship Id="rId37" Type="http://schemas.openxmlformats.org/officeDocument/2006/relationships/image" Target="../media/image195.wmf"/><Relationship Id="rId40" Type="http://schemas.openxmlformats.org/officeDocument/2006/relationships/oleObject" Target="../embeddings/oleObject183.bin"/><Relationship Id="rId5" Type="http://schemas.openxmlformats.org/officeDocument/2006/relationships/image" Target="../media/image179.wmf"/><Relationship Id="rId15" Type="http://schemas.openxmlformats.org/officeDocument/2006/relationships/image" Target="../media/image184.wmf"/><Relationship Id="rId23" Type="http://schemas.openxmlformats.org/officeDocument/2006/relationships/image" Target="../media/image188.wmf"/><Relationship Id="rId28" Type="http://schemas.openxmlformats.org/officeDocument/2006/relationships/oleObject" Target="../embeddings/oleObject177.bin"/><Relationship Id="rId36" Type="http://schemas.openxmlformats.org/officeDocument/2006/relationships/oleObject" Target="../embeddings/oleObject181.bin"/><Relationship Id="rId10" Type="http://schemas.openxmlformats.org/officeDocument/2006/relationships/oleObject" Target="../embeddings/oleObject168.bin"/><Relationship Id="rId19" Type="http://schemas.openxmlformats.org/officeDocument/2006/relationships/image" Target="../media/image186.wmf"/><Relationship Id="rId31" Type="http://schemas.openxmlformats.org/officeDocument/2006/relationships/image" Target="../media/image192.wmf"/><Relationship Id="rId4" Type="http://schemas.openxmlformats.org/officeDocument/2006/relationships/oleObject" Target="../embeddings/oleObject165.bin"/><Relationship Id="rId9" Type="http://schemas.openxmlformats.org/officeDocument/2006/relationships/image" Target="../media/image181.wmf"/><Relationship Id="rId14" Type="http://schemas.openxmlformats.org/officeDocument/2006/relationships/oleObject" Target="../embeddings/oleObject170.bin"/><Relationship Id="rId22" Type="http://schemas.openxmlformats.org/officeDocument/2006/relationships/oleObject" Target="../embeddings/oleObject174.bin"/><Relationship Id="rId27" Type="http://schemas.openxmlformats.org/officeDocument/2006/relationships/image" Target="../media/image190.wmf"/><Relationship Id="rId30" Type="http://schemas.openxmlformats.org/officeDocument/2006/relationships/oleObject" Target="../embeddings/oleObject178.bin"/><Relationship Id="rId35" Type="http://schemas.openxmlformats.org/officeDocument/2006/relationships/image" Target="../media/image194.wmf"/><Relationship Id="rId8" Type="http://schemas.openxmlformats.org/officeDocument/2006/relationships/oleObject" Target="../embeddings/oleObject167.bin"/><Relationship Id="rId3" Type="http://schemas.openxmlformats.org/officeDocument/2006/relationships/image" Target="../media/image178.wmf"/><Relationship Id="rId12" Type="http://schemas.openxmlformats.org/officeDocument/2006/relationships/oleObject" Target="../embeddings/oleObject169.bin"/><Relationship Id="rId17" Type="http://schemas.openxmlformats.org/officeDocument/2006/relationships/image" Target="../media/image185.wmf"/><Relationship Id="rId25" Type="http://schemas.openxmlformats.org/officeDocument/2006/relationships/image" Target="../media/image189.wmf"/><Relationship Id="rId33" Type="http://schemas.openxmlformats.org/officeDocument/2006/relationships/image" Target="../media/image193.wmf"/><Relationship Id="rId38" Type="http://schemas.openxmlformats.org/officeDocument/2006/relationships/oleObject" Target="../embeddings/oleObject182.bin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7.bin"/><Relationship Id="rId13" Type="http://schemas.openxmlformats.org/officeDocument/2006/relationships/image" Target="../media/image203.wmf"/><Relationship Id="rId18" Type="http://schemas.openxmlformats.org/officeDocument/2006/relationships/oleObject" Target="../embeddings/oleObject192.bin"/><Relationship Id="rId26" Type="http://schemas.openxmlformats.org/officeDocument/2006/relationships/oleObject" Target="../embeddings/oleObject196.bin"/><Relationship Id="rId3" Type="http://schemas.openxmlformats.org/officeDocument/2006/relationships/image" Target="../media/image198.wmf"/><Relationship Id="rId21" Type="http://schemas.openxmlformats.org/officeDocument/2006/relationships/image" Target="../media/image207.wmf"/><Relationship Id="rId7" Type="http://schemas.openxmlformats.org/officeDocument/2006/relationships/image" Target="../media/image200.wmf"/><Relationship Id="rId12" Type="http://schemas.openxmlformats.org/officeDocument/2006/relationships/oleObject" Target="../embeddings/oleObject189.bin"/><Relationship Id="rId17" Type="http://schemas.openxmlformats.org/officeDocument/2006/relationships/image" Target="../media/image205.wmf"/><Relationship Id="rId25" Type="http://schemas.openxmlformats.org/officeDocument/2006/relationships/image" Target="../media/image209.wmf"/><Relationship Id="rId2" Type="http://schemas.openxmlformats.org/officeDocument/2006/relationships/oleObject" Target="../embeddings/oleObject184.bin"/><Relationship Id="rId16" Type="http://schemas.openxmlformats.org/officeDocument/2006/relationships/oleObject" Target="../embeddings/oleObject191.bin"/><Relationship Id="rId20" Type="http://schemas.openxmlformats.org/officeDocument/2006/relationships/oleObject" Target="../embeddings/oleObject193.bin"/><Relationship Id="rId29" Type="http://schemas.openxmlformats.org/officeDocument/2006/relationships/image" Target="../media/image211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86.bin"/><Relationship Id="rId11" Type="http://schemas.openxmlformats.org/officeDocument/2006/relationships/image" Target="../media/image202.wmf"/><Relationship Id="rId24" Type="http://schemas.openxmlformats.org/officeDocument/2006/relationships/oleObject" Target="../embeddings/oleObject195.bin"/><Relationship Id="rId5" Type="http://schemas.openxmlformats.org/officeDocument/2006/relationships/image" Target="../media/image199.wmf"/><Relationship Id="rId15" Type="http://schemas.openxmlformats.org/officeDocument/2006/relationships/image" Target="../media/image204.wmf"/><Relationship Id="rId23" Type="http://schemas.openxmlformats.org/officeDocument/2006/relationships/image" Target="../media/image208.wmf"/><Relationship Id="rId28" Type="http://schemas.openxmlformats.org/officeDocument/2006/relationships/oleObject" Target="../embeddings/oleObject197.bin"/><Relationship Id="rId10" Type="http://schemas.openxmlformats.org/officeDocument/2006/relationships/oleObject" Target="../embeddings/oleObject188.bin"/><Relationship Id="rId19" Type="http://schemas.openxmlformats.org/officeDocument/2006/relationships/image" Target="../media/image206.wmf"/><Relationship Id="rId31" Type="http://schemas.openxmlformats.org/officeDocument/2006/relationships/image" Target="../media/image212.wmf"/><Relationship Id="rId4" Type="http://schemas.openxmlformats.org/officeDocument/2006/relationships/oleObject" Target="../embeddings/oleObject185.bin"/><Relationship Id="rId9" Type="http://schemas.openxmlformats.org/officeDocument/2006/relationships/image" Target="../media/image201.wmf"/><Relationship Id="rId14" Type="http://schemas.openxmlformats.org/officeDocument/2006/relationships/oleObject" Target="../embeddings/oleObject190.bin"/><Relationship Id="rId22" Type="http://schemas.openxmlformats.org/officeDocument/2006/relationships/oleObject" Target="../embeddings/oleObject194.bin"/><Relationship Id="rId27" Type="http://schemas.openxmlformats.org/officeDocument/2006/relationships/image" Target="../media/image210.wmf"/><Relationship Id="rId30" Type="http://schemas.openxmlformats.org/officeDocument/2006/relationships/oleObject" Target="../embeddings/oleObject198.bin"/></Relationships>
</file>

<file path=ppt/slides/_rels/slide3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00.wmf"/><Relationship Id="rId18" Type="http://schemas.openxmlformats.org/officeDocument/2006/relationships/oleObject" Target="../embeddings/oleObject206.bin"/><Relationship Id="rId26" Type="http://schemas.openxmlformats.org/officeDocument/2006/relationships/oleObject" Target="../embeddings/oleObject209.bin"/><Relationship Id="rId3" Type="http://schemas.openxmlformats.org/officeDocument/2006/relationships/image" Target="../media/image213.wmf"/><Relationship Id="rId21" Type="http://schemas.openxmlformats.org/officeDocument/2006/relationships/image" Target="../media/image219.wmf"/><Relationship Id="rId7" Type="http://schemas.openxmlformats.org/officeDocument/2006/relationships/image" Target="../media/image215.wmf"/><Relationship Id="rId12" Type="http://schemas.openxmlformats.org/officeDocument/2006/relationships/oleObject" Target="../embeddings/oleObject204.bin"/><Relationship Id="rId17" Type="http://schemas.openxmlformats.org/officeDocument/2006/relationships/image" Target="../media/image217.wmf"/><Relationship Id="rId25" Type="http://schemas.openxmlformats.org/officeDocument/2006/relationships/image" Target="../media/image206.wmf"/><Relationship Id="rId33" Type="http://schemas.openxmlformats.org/officeDocument/2006/relationships/image" Target="../media/image212.wmf"/><Relationship Id="rId2" Type="http://schemas.openxmlformats.org/officeDocument/2006/relationships/oleObject" Target="../embeddings/oleObject199.bin"/><Relationship Id="rId16" Type="http://schemas.openxmlformats.org/officeDocument/2006/relationships/oleObject" Target="../embeddings/oleObject205.bin"/><Relationship Id="rId20" Type="http://schemas.openxmlformats.org/officeDocument/2006/relationships/oleObject" Target="../embeddings/oleObject191.bin"/><Relationship Id="rId29" Type="http://schemas.openxmlformats.org/officeDocument/2006/relationships/image" Target="../media/image210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01.bin"/><Relationship Id="rId11" Type="http://schemas.openxmlformats.org/officeDocument/2006/relationships/image" Target="../media/image199.wmf"/><Relationship Id="rId24" Type="http://schemas.openxmlformats.org/officeDocument/2006/relationships/oleObject" Target="../embeddings/oleObject208.bin"/><Relationship Id="rId32" Type="http://schemas.openxmlformats.org/officeDocument/2006/relationships/oleObject" Target="../embeddings/oleObject211.bin"/><Relationship Id="rId5" Type="http://schemas.openxmlformats.org/officeDocument/2006/relationships/image" Target="../media/image214.wmf"/><Relationship Id="rId15" Type="http://schemas.openxmlformats.org/officeDocument/2006/relationships/image" Target="../media/image216.wmf"/><Relationship Id="rId23" Type="http://schemas.openxmlformats.org/officeDocument/2006/relationships/image" Target="../media/image201.wmf"/><Relationship Id="rId28" Type="http://schemas.openxmlformats.org/officeDocument/2006/relationships/oleObject" Target="../embeddings/oleObject196.bin"/><Relationship Id="rId10" Type="http://schemas.openxmlformats.org/officeDocument/2006/relationships/oleObject" Target="../embeddings/oleObject203.bin"/><Relationship Id="rId19" Type="http://schemas.openxmlformats.org/officeDocument/2006/relationships/image" Target="../media/image218.wmf"/><Relationship Id="rId31" Type="http://schemas.openxmlformats.org/officeDocument/2006/relationships/image" Target="../media/image211.wmf"/><Relationship Id="rId4" Type="http://schemas.openxmlformats.org/officeDocument/2006/relationships/oleObject" Target="../embeddings/oleObject200.bin"/><Relationship Id="rId9" Type="http://schemas.openxmlformats.org/officeDocument/2006/relationships/image" Target="../media/image198.wmf"/><Relationship Id="rId14" Type="http://schemas.openxmlformats.org/officeDocument/2006/relationships/oleObject" Target="../embeddings/oleObject188.bin"/><Relationship Id="rId22" Type="http://schemas.openxmlformats.org/officeDocument/2006/relationships/oleObject" Target="../embeddings/oleObject207.bin"/><Relationship Id="rId27" Type="http://schemas.openxmlformats.org/officeDocument/2006/relationships/image" Target="../media/image209.wmf"/><Relationship Id="rId30" Type="http://schemas.openxmlformats.org/officeDocument/2006/relationships/oleObject" Target="../embeddings/oleObject210.bin"/><Relationship Id="rId8" Type="http://schemas.openxmlformats.org/officeDocument/2006/relationships/oleObject" Target="../embeddings/oleObject202.bin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5.bin"/><Relationship Id="rId13" Type="http://schemas.openxmlformats.org/officeDocument/2006/relationships/image" Target="../media/image224.emf"/><Relationship Id="rId3" Type="http://schemas.openxmlformats.org/officeDocument/2006/relationships/image" Target="../media/image220.wmf"/><Relationship Id="rId7" Type="http://schemas.openxmlformats.org/officeDocument/2006/relationships/image" Target="../media/image222.emf"/><Relationship Id="rId12" Type="http://schemas.openxmlformats.org/officeDocument/2006/relationships/oleObject" Target="../embeddings/oleObject217.bin"/><Relationship Id="rId2" Type="http://schemas.openxmlformats.org/officeDocument/2006/relationships/oleObject" Target="../embeddings/oleObject21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14.bin"/><Relationship Id="rId11" Type="http://schemas.openxmlformats.org/officeDocument/2006/relationships/image" Target="../media/image111.emf"/><Relationship Id="rId5" Type="http://schemas.openxmlformats.org/officeDocument/2006/relationships/image" Target="../media/image221.wmf"/><Relationship Id="rId15" Type="http://schemas.openxmlformats.org/officeDocument/2006/relationships/image" Target="../media/image225.emf"/><Relationship Id="rId10" Type="http://schemas.openxmlformats.org/officeDocument/2006/relationships/oleObject" Target="../embeddings/oleObject216.bin"/><Relationship Id="rId4" Type="http://schemas.openxmlformats.org/officeDocument/2006/relationships/oleObject" Target="../embeddings/oleObject213.bin"/><Relationship Id="rId9" Type="http://schemas.openxmlformats.org/officeDocument/2006/relationships/image" Target="../media/image223.emf"/><Relationship Id="rId14" Type="http://schemas.openxmlformats.org/officeDocument/2006/relationships/oleObject" Target="../embeddings/oleObject218.bin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2.bin"/><Relationship Id="rId3" Type="http://schemas.openxmlformats.org/officeDocument/2006/relationships/image" Target="../media/image226.wmf"/><Relationship Id="rId7" Type="http://schemas.openxmlformats.org/officeDocument/2006/relationships/image" Target="../media/image228.wmf"/><Relationship Id="rId2" Type="http://schemas.openxmlformats.org/officeDocument/2006/relationships/oleObject" Target="../embeddings/oleObject219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21.bin"/><Relationship Id="rId11" Type="http://schemas.openxmlformats.org/officeDocument/2006/relationships/image" Target="../media/image230.wmf"/><Relationship Id="rId5" Type="http://schemas.openxmlformats.org/officeDocument/2006/relationships/image" Target="../media/image227.wmf"/><Relationship Id="rId10" Type="http://schemas.openxmlformats.org/officeDocument/2006/relationships/oleObject" Target="../embeddings/oleObject223.bin"/><Relationship Id="rId4" Type="http://schemas.openxmlformats.org/officeDocument/2006/relationships/oleObject" Target="../embeddings/oleObject220.bin"/><Relationship Id="rId9" Type="http://schemas.openxmlformats.org/officeDocument/2006/relationships/image" Target="../media/image229.wmf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7.bin"/><Relationship Id="rId13" Type="http://schemas.openxmlformats.org/officeDocument/2006/relationships/image" Target="../media/image236.wmf"/><Relationship Id="rId3" Type="http://schemas.openxmlformats.org/officeDocument/2006/relationships/image" Target="../media/image231.wmf"/><Relationship Id="rId7" Type="http://schemas.openxmlformats.org/officeDocument/2006/relationships/image" Target="../media/image233.wmf"/><Relationship Id="rId12" Type="http://schemas.openxmlformats.org/officeDocument/2006/relationships/oleObject" Target="../embeddings/oleObject229.bin"/><Relationship Id="rId2" Type="http://schemas.openxmlformats.org/officeDocument/2006/relationships/oleObject" Target="../embeddings/oleObject22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26.bin"/><Relationship Id="rId11" Type="http://schemas.openxmlformats.org/officeDocument/2006/relationships/image" Target="../media/image235.wmf"/><Relationship Id="rId5" Type="http://schemas.openxmlformats.org/officeDocument/2006/relationships/image" Target="../media/image232.wmf"/><Relationship Id="rId10" Type="http://schemas.openxmlformats.org/officeDocument/2006/relationships/oleObject" Target="../embeddings/oleObject228.bin"/><Relationship Id="rId4" Type="http://schemas.openxmlformats.org/officeDocument/2006/relationships/oleObject" Target="../embeddings/oleObject225.bin"/><Relationship Id="rId9" Type="http://schemas.openxmlformats.org/officeDocument/2006/relationships/image" Target="../media/image234.wmf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3.bin"/><Relationship Id="rId3" Type="http://schemas.openxmlformats.org/officeDocument/2006/relationships/image" Target="../media/image237.wmf"/><Relationship Id="rId7" Type="http://schemas.openxmlformats.org/officeDocument/2006/relationships/image" Target="../media/image239.emf"/><Relationship Id="rId2" Type="http://schemas.openxmlformats.org/officeDocument/2006/relationships/oleObject" Target="../embeddings/oleObject23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32.bin"/><Relationship Id="rId5" Type="http://schemas.openxmlformats.org/officeDocument/2006/relationships/image" Target="../media/image238.wmf"/><Relationship Id="rId4" Type="http://schemas.openxmlformats.org/officeDocument/2006/relationships/oleObject" Target="../embeddings/oleObject231.bin"/><Relationship Id="rId9" Type="http://schemas.openxmlformats.org/officeDocument/2006/relationships/image" Target="../media/image240.emf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7.bin"/><Relationship Id="rId13" Type="http://schemas.openxmlformats.org/officeDocument/2006/relationships/image" Target="../media/image246.emf"/><Relationship Id="rId3" Type="http://schemas.openxmlformats.org/officeDocument/2006/relationships/image" Target="../media/image241.wmf"/><Relationship Id="rId7" Type="http://schemas.openxmlformats.org/officeDocument/2006/relationships/image" Target="../media/image243.wmf"/><Relationship Id="rId12" Type="http://schemas.openxmlformats.org/officeDocument/2006/relationships/oleObject" Target="../embeddings/oleObject239.bin"/><Relationship Id="rId17" Type="http://schemas.openxmlformats.org/officeDocument/2006/relationships/image" Target="../media/image248.emf"/><Relationship Id="rId2" Type="http://schemas.openxmlformats.org/officeDocument/2006/relationships/oleObject" Target="../embeddings/oleObject234.bin"/><Relationship Id="rId16" Type="http://schemas.openxmlformats.org/officeDocument/2006/relationships/oleObject" Target="../embeddings/oleObject24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36.bin"/><Relationship Id="rId11" Type="http://schemas.openxmlformats.org/officeDocument/2006/relationships/image" Target="../media/image245.emf"/><Relationship Id="rId5" Type="http://schemas.openxmlformats.org/officeDocument/2006/relationships/image" Target="../media/image242.wmf"/><Relationship Id="rId15" Type="http://schemas.openxmlformats.org/officeDocument/2006/relationships/image" Target="../media/image247.emf"/><Relationship Id="rId10" Type="http://schemas.openxmlformats.org/officeDocument/2006/relationships/oleObject" Target="../embeddings/oleObject238.bin"/><Relationship Id="rId4" Type="http://schemas.openxmlformats.org/officeDocument/2006/relationships/oleObject" Target="../embeddings/oleObject235.bin"/><Relationship Id="rId9" Type="http://schemas.openxmlformats.org/officeDocument/2006/relationships/image" Target="../media/image244.wmf"/><Relationship Id="rId14" Type="http://schemas.openxmlformats.org/officeDocument/2006/relationships/oleObject" Target="../embeddings/oleObject240.bin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9.wmf"/><Relationship Id="rId7" Type="http://schemas.openxmlformats.org/officeDocument/2006/relationships/image" Target="../media/image251.wmf"/><Relationship Id="rId2" Type="http://schemas.openxmlformats.org/officeDocument/2006/relationships/oleObject" Target="../embeddings/oleObject24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44.bin"/><Relationship Id="rId5" Type="http://schemas.openxmlformats.org/officeDocument/2006/relationships/image" Target="../media/image250.wmf"/><Relationship Id="rId4" Type="http://schemas.openxmlformats.org/officeDocument/2006/relationships/oleObject" Target="../embeddings/oleObject243.bin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2.wmf"/><Relationship Id="rId7" Type="http://schemas.openxmlformats.org/officeDocument/2006/relationships/image" Target="../media/image254.wmf"/><Relationship Id="rId2" Type="http://schemas.openxmlformats.org/officeDocument/2006/relationships/oleObject" Target="../embeddings/oleObject24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47.bin"/><Relationship Id="rId5" Type="http://schemas.openxmlformats.org/officeDocument/2006/relationships/image" Target="../media/image253.wmf"/><Relationship Id="rId4" Type="http://schemas.openxmlformats.org/officeDocument/2006/relationships/oleObject" Target="../embeddings/oleObject246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Text Box 3"/>
          <p:cNvSpPr txBox="1">
            <a:spLocks noGrp="1" noChangeArrowheads="1"/>
          </p:cNvSpPr>
          <p:nvPr>
            <p:ph type="ctrTitle"/>
          </p:nvPr>
        </p:nvSpPr>
        <p:spPr bwMode="auto"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solidFill>
                  <a:srgbClr val="000000"/>
                </a:solidFill>
              </a:rPr>
              <a:t>期   末   复  习</a:t>
            </a:r>
            <a:endParaRPr kumimoji="1" lang="zh-CN" altLang="en-US" b="1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690" name="Text Box 2"/>
          <p:cNvSpPr txBox="1">
            <a:spLocks noChangeArrowheads="1"/>
          </p:cNvSpPr>
          <p:nvPr/>
        </p:nvSpPr>
        <p:spPr bwMode="auto">
          <a:xfrm>
            <a:off x="179512" y="764704"/>
            <a:ext cx="648072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rgbClr val="FF0000"/>
                </a:solidFill>
              </a:rPr>
              <a:t>力学部分</a:t>
            </a:r>
            <a:r>
              <a:rPr lang="en-US" altLang="zh-CN" dirty="0">
                <a:solidFill>
                  <a:srgbClr val="FF0000"/>
                </a:solidFill>
              </a:rPr>
              <a:t>:</a:t>
            </a:r>
            <a:r>
              <a:rPr lang="en-US" altLang="zh-CN" sz="2400" dirty="0">
                <a:solidFill>
                  <a:srgbClr val="A50021"/>
                </a:solidFill>
              </a:rPr>
              <a:t>  </a:t>
            </a:r>
            <a:r>
              <a:rPr lang="zh-CN" altLang="en-US" dirty="0"/>
              <a:t>主要内容为第四章第三节（含第三节）之后的内容</a:t>
            </a:r>
          </a:p>
        </p:txBody>
      </p:sp>
      <p:sp>
        <p:nvSpPr>
          <p:cNvPr id="3077" name="Text Box 5"/>
          <p:cNvSpPr txBox="1">
            <a:spLocks noChangeArrowheads="1"/>
          </p:cNvSpPr>
          <p:nvPr/>
        </p:nvSpPr>
        <p:spPr bwMode="auto">
          <a:xfrm>
            <a:off x="8178800" y="6499225"/>
            <a:ext cx="5080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>
                <a:solidFill>
                  <a:schemeClr val="bg1"/>
                </a:solidFill>
              </a:rPr>
              <a:t>/15</a:t>
            </a:r>
          </a:p>
        </p:txBody>
      </p:sp>
      <p:sp>
        <p:nvSpPr>
          <p:cNvPr id="242705" name="Text Box 17"/>
          <p:cNvSpPr txBox="1">
            <a:spLocks noChangeArrowheads="1"/>
          </p:cNvSpPr>
          <p:nvPr/>
        </p:nvSpPr>
        <p:spPr bwMode="auto">
          <a:xfrm>
            <a:off x="152400" y="1282700"/>
            <a:ext cx="800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rgbClr val="FF0000"/>
                </a:solidFill>
              </a:rPr>
              <a:t>电磁学部分</a:t>
            </a:r>
            <a:r>
              <a:rPr lang="en-US" altLang="zh-CN" dirty="0">
                <a:solidFill>
                  <a:srgbClr val="FF0000"/>
                </a:solidFill>
              </a:rPr>
              <a:t>:</a:t>
            </a:r>
            <a:r>
              <a:rPr lang="en-US" altLang="zh-CN" sz="2400" dirty="0">
                <a:solidFill>
                  <a:srgbClr val="FF0000"/>
                </a:solidFill>
              </a:rPr>
              <a:t> </a:t>
            </a:r>
            <a:r>
              <a:rPr lang="zh-CN" altLang="en-US" dirty="0">
                <a:solidFill>
                  <a:srgbClr val="0000FF"/>
                </a:solidFill>
              </a:rPr>
              <a:t>第</a:t>
            </a:r>
            <a:r>
              <a:rPr lang="en-US" altLang="zh-CN" dirty="0">
                <a:solidFill>
                  <a:srgbClr val="0000FF"/>
                </a:solidFill>
              </a:rPr>
              <a:t>5</a:t>
            </a:r>
            <a:r>
              <a:rPr lang="zh-CN" altLang="en-US" dirty="0">
                <a:solidFill>
                  <a:srgbClr val="0000FF"/>
                </a:solidFill>
              </a:rPr>
              <a:t>、</a:t>
            </a:r>
            <a:r>
              <a:rPr lang="en-US" altLang="zh-CN" dirty="0">
                <a:solidFill>
                  <a:srgbClr val="0000FF"/>
                </a:solidFill>
              </a:rPr>
              <a:t>6</a:t>
            </a:r>
            <a:r>
              <a:rPr lang="zh-CN" altLang="en-US" dirty="0">
                <a:solidFill>
                  <a:srgbClr val="0000FF"/>
                </a:solidFill>
              </a:rPr>
              <a:t>章  电学</a:t>
            </a:r>
            <a:r>
              <a:rPr lang="zh-CN" altLang="en-US" dirty="0">
                <a:solidFill>
                  <a:srgbClr val="A50021"/>
                </a:solidFill>
              </a:rPr>
              <a:t> ；  第</a:t>
            </a:r>
            <a:r>
              <a:rPr lang="en-US" altLang="zh-CN" dirty="0">
                <a:solidFill>
                  <a:srgbClr val="A50021"/>
                </a:solidFill>
              </a:rPr>
              <a:t>7</a:t>
            </a:r>
            <a:r>
              <a:rPr lang="zh-CN" altLang="en-US" dirty="0">
                <a:solidFill>
                  <a:srgbClr val="A50021"/>
                </a:solidFill>
              </a:rPr>
              <a:t>章磁学 ；  </a:t>
            </a:r>
            <a:r>
              <a:rPr lang="zh-CN" altLang="en-US" dirty="0">
                <a:solidFill>
                  <a:srgbClr val="0070C0"/>
                </a:solidFill>
              </a:rPr>
              <a:t>第</a:t>
            </a:r>
            <a:r>
              <a:rPr lang="en-US" altLang="zh-CN" dirty="0">
                <a:solidFill>
                  <a:srgbClr val="0070C0"/>
                </a:solidFill>
              </a:rPr>
              <a:t>8</a:t>
            </a:r>
            <a:r>
              <a:rPr lang="zh-CN" altLang="en-US" dirty="0">
                <a:solidFill>
                  <a:srgbClr val="0070C0"/>
                </a:solidFill>
              </a:rPr>
              <a:t>章  电磁感应</a:t>
            </a:r>
            <a:r>
              <a:rPr lang="en-US" altLang="zh-CN" dirty="0">
                <a:solidFill>
                  <a:srgbClr val="0070C0"/>
                </a:solidFill>
              </a:rPr>
              <a:t>.</a:t>
            </a:r>
          </a:p>
        </p:txBody>
      </p:sp>
      <p:sp>
        <p:nvSpPr>
          <p:cNvPr id="242709" name="Line 21"/>
          <p:cNvSpPr>
            <a:spLocks noChangeShapeType="1"/>
          </p:cNvSpPr>
          <p:nvPr/>
        </p:nvSpPr>
        <p:spPr bwMode="auto">
          <a:xfrm>
            <a:off x="152400" y="1752600"/>
            <a:ext cx="8991600" cy="0"/>
          </a:xfrm>
          <a:prstGeom prst="line">
            <a:avLst/>
          </a:prstGeom>
          <a:noFill/>
          <a:ln w="57150">
            <a:solidFill>
              <a:srgbClr val="33CC33"/>
            </a:solidFill>
            <a:round/>
            <a:headEnd/>
            <a:tailEnd/>
          </a:ln>
          <a:effectLst/>
        </p:spPr>
        <p:txBody>
          <a:bodyPr wrap="none"/>
          <a:lstStyle/>
          <a:p>
            <a:endParaRPr lang="zh-CN" altLang="en-US"/>
          </a:p>
        </p:txBody>
      </p:sp>
      <p:sp>
        <p:nvSpPr>
          <p:cNvPr id="37" name="Text Box 28"/>
          <p:cNvSpPr txBox="1">
            <a:spLocks noChangeArrowheads="1"/>
          </p:cNvSpPr>
          <p:nvPr/>
        </p:nvSpPr>
        <p:spPr bwMode="auto">
          <a:xfrm>
            <a:off x="251520" y="1844824"/>
            <a:ext cx="417646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solidFill>
                  <a:srgbClr val="0000FF"/>
                </a:solidFill>
              </a:rPr>
              <a:t>第四章  刚体力学</a:t>
            </a:r>
          </a:p>
        </p:txBody>
      </p:sp>
      <p:sp>
        <p:nvSpPr>
          <p:cNvPr id="38" name="Text Box 46"/>
          <p:cNvSpPr txBox="1">
            <a:spLocks noChangeArrowheads="1"/>
          </p:cNvSpPr>
          <p:nvPr/>
        </p:nvSpPr>
        <p:spPr bwMode="auto">
          <a:xfrm>
            <a:off x="467544" y="2420888"/>
            <a:ext cx="712879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/>
              <a:t>1. </a:t>
            </a:r>
            <a:r>
              <a:rPr lang="zh-CN" altLang="en-US" sz="2400" dirty="0"/>
              <a:t>刚体</a:t>
            </a:r>
            <a:r>
              <a:rPr lang="en-US" altLang="zh-CN" sz="2400" dirty="0"/>
              <a:t>(</a:t>
            </a:r>
            <a:r>
              <a:rPr lang="zh-CN" altLang="en-US" sz="2400" dirty="0"/>
              <a:t>细棒</a:t>
            </a:r>
            <a:r>
              <a:rPr lang="en-US" altLang="zh-CN" sz="2400" dirty="0"/>
              <a:t>, </a:t>
            </a:r>
            <a:r>
              <a:rPr lang="zh-CN" altLang="en-US" sz="2400" dirty="0"/>
              <a:t>圆盘</a:t>
            </a:r>
            <a:r>
              <a:rPr lang="en-US" altLang="zh-CN" sz="2400" dirty="0"/>
              <a:t>) </a:t>
            </a:r>
            <a:r>
              <a:rPr lang="zh-CN" altLang="en-US" sz="2400" dirty="0"/>
              <a:t>作定轴转动的转动惯量</a:t>
            </a:r>
            <a:r>
              <a:rPr lang="en-US" altLang="zh-CN" sz="2400" dirty="0"/>
              <a:t>,  </a:t>
            </a:r>
            <a:r>
              <a:rPr lang="zh-CN" altLang="en-US" sz="2400" dirty="0"/>
              <a:t>即表</a:t>
            </a:r>
            <a:r>
              <a:rPr lang="en-US" altLang="zh-CN" sz="2400" dirty="0"/>
              <a:t>4-2.</a:t>
            </a:r>
          </a:p>
        </p:txBody>
      </p:sp>
      <p:sp>
        <p:nvSpPr>
          <p:cNvPr id="41" name="Text Box 51"/>
          <p:cNvSpPr txBox="1">
            <a:spLocks noChangeArrowheads="1"/>
          </p:cNvSpPr>
          <p:nvPr/>
        </p:nvSpPr>
        <p:spPr bwMode="auto">
          <a:xfrm>
            <a:off x="395536" y="2963044"/>
            <a:ext cx="244827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/>
              <a:t>2.   </a:t>
            </a:r>
            <a:r>
              <a:rPr lang="zh-CN" altLang="en-US" sz="2400" dirty="0">
                <a:solidFill>
                  <a:srgbClr val="FF0000"/>
                </a:solidFill>
              </a:rPr>
              <a:t>质点角动量</a:t>
            </a:r>
            <a:r>
              <a:rPr lang="en-US" altLang="zh-CN" sz="2400" dirty="0"/>
              <a:t>: </a:t>
            </a:r>
          </a:p>
        </p:txBody>
      </p:sp>
      <p:graphicFrame>
        <p:nvGraphicFramePr>
          <p:cNvPr id="42" name="Object 53"/>
          <p:cNvGraphicFramePr>
            <a:graphicFrameLocks noChangeAspect="1"/>
          </p:cNvGraphicFramePr>
          <p:nvPr/>
        </p:nvGraphicFramePr>
        <p:xfrm>
          <a:off x="1475656" y="4725144"/>
          <a:ext cx="5940425" cy="608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390900" imgH="355600" progId="Equation.3">
                  <p:embed/>
                </p:oleObj>
              </mc:Choice>
              <mc:Fallback>
                <p:oleObj name="Equation" r:id="rId2" imgW="3390900" imgH="355600" progId="Equation.3">
                  <p:embed/>
                  <p:pic>
                    <p:nvPicPr>
                      <p:cNvPr id="0" name="Object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5656" y="4725144"/>
                        <a:ext cx="5940425" cy="6080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" name="Text Box 54"/>
          <p:cNvSpPr txBox="1">
            <a:spLocks noChangeArrowheads="1"/>
          </p:cNvSpPr>
          <p:nvPr/>
        </p:nvSpPr>
        <p:spPr bwMode="auto">
          <a:xfrm>
            <a:off x="539552" y="4149080"/>
            <a:ext cx="676875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/>
              <a:t>3. </a:t>
            </a:r>
            <a:r>
              <a:rPr lang="zh-CN" altLang="en-US" sz="2400" dirty="0"/>
              <a:t>角动量定理和</a:t>
            </a:r>
            <a:r>
              <a:rPr lang="zh-CN" altLang="en-US" sz="2400" b="1" dirty="0">
                <a:solidFill>
                  <a:srgbClr val="FF0000"/>
                </a:solidFill>
              </a:rPr>
              <a:t>角动量守恒定律</a:t>
            </a:r>
            <a:r>
              <a:rPr lang="en-US" altLang="zh-CN" sz="2400" dirty="0"/>
              <a:t>: </a:t>
            </a:r>
          </a:p>
        </p:txBody>
      </p:sp>
      <p:sp>
        <p:nvSpPr>
          <p:cNvPr id="44" name="Text Box 51"/>
          <p:cNvSpPr txBox="1">
            <a:spLocks noChangeArrowheads="1"/>
          </p:cNvSpPr>
          <p:nvPr/>
        </p:nvSpPr>
        <p:spPr bwMode="auto">
          <a:xfrm>
            <a:off x="755576" y="3573016"/>
            <a:ext cx="428014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800" dirty="0"/>
              <a:t> </a:t>
            </a:r>
            <a:r>
              <a:rPr lang="zh-CN" altLang="en-US" sz="2400" dirty="0"/>
              <a:t>刚体定轴转动的</a:t>
            </a:r>
            <a:r>
              <a:rPr lang="zh-CN" altLang="en-US" sz="2400" dirty="0">
                <a:solidFill>
                  <a:srgbClr val="FF0000"/>
                </a:solidFill>
              </a:rPr>
              <a:t>角动量</a:t>
            </a:r>
            <a:r>
              <a:rPr lang="zh-CN" altLang="en-US" sz="2400" dirty="0"/>
              <a:t>的计算</a:t>
            </a:r>
            <a:r>
              <a:rPr lang="en-US" altLang="zh-CN" sz="2400" dirty="0"/>
              <a:t>: </a:t>
            </a:r>
          </a:p>
        </p:txBody>
      </p:sp>
      <p:graphicFrame>
        <p:nvGraphicFramePr>
          <p:cNvPr id="45" name="Object 45"/>
          <p:cNvGraphicFramePr>
            <a:graphicFrameLocks noChangeAspect="1"/>
          </p:cNvGraphicFramePr>
          <p:nvPr/>
        </p:nvGraphicFramePr>
        <p:xfrm>
          <a:off x="4644008" y="2996952"/>
          <a:ext cx="1919158" cy="3600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850680" imgH="177480" progId="Equation.3">
                  <p:embed/>
                </p:oleObj>
              </mc:Choice>
              <mc:Fallback>
                <p:oleObj name="公式" r:id="rId4" imgW="850680" imgH="177480" progId="Equation.3">
                  <p:embed/>
                  <p:pic>
                    <p:nvPicPr>
                      <p:cNvPr id="0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4008" y="2996952"/>
                        <a:ext cx="1919158" cy="36004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78" name="Object 22"/>
          <p:cNvGraphicFramePr>
            <a:graphicFrameLocks noChangeAspect="1"/>
          </p:cNvGraphicFramePr>
          <p:nvPr/>
        </p:nvGraphicFramePr>
        <p:xfrm>
          <a:off x="5148064" y="3573016"/>
          <a:ext cx="1031270" cy="4320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482400" imgH="203040" progId="Equation.3">
                  <p:embed/>
                </p:oleObj>
              </mc:Choice>
              <mc:Fallback>
                <p:oleObj name="公式" r:id="rId6" imgW="482400" imgH="20304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8064" y="3573016"/>
                        <a:ext cx="1031270" cy="432048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chemeClr val="tx2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104" name="Object 48"/>
          <p:cNvGraphicFramePr>
            <a:graphicFrameLocks noChangeAspect="1"/>
          </p:cNvGraphicFramePr>
          <p:nvPr/>
        </p:nvGraphicFramePr>
        <p:xfrm>
          <a:off x="2699792" y="2996952"/>
          <a:ext cx="1782200" cy="3605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130040" imgH="228600" progId="Equation.3">
                  <p:embed/>
                </p:oleObj>
              </mc:Choice>
              <mc:Fallback>
                <p:oleObj name="Equation" r:id="rId8" imgW="1130040" imgH="228600" progId="Equation.3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9792" y="2996952"/>
                        <a:ext cx="1782200" cy="36056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CC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8" name="Group 49"/>
          <p:cNvGrpSpPr>
            <a:grpSpLocks/>
          </p:cNvGrpSpPr>
          <p:nvPr/>
        </p:nvGrpSpPr>
        <p:grpSpPr bwMode="auto">
          <a:xfrm>
            <a:off x="683568" y="5445224"/>
            <a:ext cx="6113463" cy="1247774"/>
            <a:chOff x="144" y="720"/>
            <a:chExt cx="3851" cy="786"/>
          </a:xfrm>
        </p:grpSpPr>
        <p:graphicFrame>
          <p:nvGraphicFramePr>
            <p:cNvPr id="49" name="Object 10"/>
            <p:cNvGraphicFramePr>
              <a:graphicFrameLocks noChangeAspect="1"/>
            </p:cNvGraphicFramePr>
            <p:nvPr/>
          </p:nvGraphicFramePr>
          <p:xfrm>
            <a:off x="779" y="1083"/>
            <a:ext cx="3216" cy="4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2730500" imgH="393700" progId="Equation.3">
                    <p:embed/>
                  </p:oleObj>
                </mc:Choice>
                <mc:Fallback>
                  <p:oleObj name="Equation" r:id="rId10" imgW="2730500" imgH="393700" progId="Equation.3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79" y="1083"/>
                          <a:ext cx="3216" cy="42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0" name="Text Box 28"/>
            <p:cNvSpPr txBox="1">
              <a:spLocks noChangeArrowheads="1"/>
            </p:cNvSpPr>
            <p:nvPr/>
          </p:nvSpPr>
          <p:spPr bwMode="auto">
            <a:xfrm>
              <a:off x="144" y="720"/>
              <a:ext cx="2736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dirty="0"/>
                <a:t>4. </a:t>
              </a:r>
              <a:r>
                <a:rPr lang="zh-CN" altLang="en-US" sz="2400" dirty="0"/>
                <a:t>刚体绕定轴转动的动能定理</a:t>
              </a:r>
              <a:r>
                <a:rPr lang="en-US" altLang="zh-CN" sz="2400" dirty="0"/>
                <a:t>: </a:t>
              </a:r>
            </a:p>
          </p:txBody>
        </p:sp>
      </p:grpSp>
      <p:graphicFrame>
        <p:nvGraphicFramePr>
          <p:cNvPr id="52" name="Object 51"/>
          <p:cNvGraphicFramePr>
            <a:graphicFrameLocks noChangeAspect="1"/>
          </p:cNvGraphicFramePr>
          <p:nvPr/>
        </p:nvGraphicFramePr>
        <p:xfrm>
          <a:off x="5004048" y="5733256"/>
          <a:ext cx="1354138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723586" imgH="279279" progId="Equation.3">
                  <p:embed/>
                </p:oleObj>
              </mc:Choice>
              <mc:Fallback>
                <p:oleObj name="公式" r:id="rId12" imgW="723586" imgH="279279" progId="Equation.3">
                  <p:embed/>
                  <p:pic>
                    <p:nvPicPr>
                      <p:cNvPr id="0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4048" y="5733256"/>
                        <a:ext cx="1354138" cy="476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242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42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7" dur="500"/>
                                        <p:tgtEl>
                                          <p:spTgt spid="242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8" dur="500"/>
                                        <p:tgtEl>
                                          <p:spTgt spid="45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19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6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2690" grpId="0" autoUpdateAnimBg="0"/>
      <p:bldP spid="242705" grpId="0" autoUpdateAnimBg="0"/>
      <p:bldP spid="242709" grpId="0" animBg="1"/>
      <p:bldP spid="37" grpId="0"/>
      <p:bldP spid="38" grpId="0" autoUpdateAnimBg="0"/>
      <p:bldP spid="41" grpId="0"/>
      <p:bldP spid="43" grpId="0" autoUpdateAnimBg="0"/>
      <p:bldP spid="4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灯片编号占位符 3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fld id="{376F8FD7-7150-4B3F-B2ED-67669087F1F8}" type="slidenum">
              <a:rPr lang="en-US" altLang="zh-CN"/>
              <a:pPr>
                <a:defRPr/>
              </a:pPr>
              <a:t>3</a:t>
            </a:fld>
            <a:endParaRPr lang="en-US" altLang="zh-CN"/>
          </a:p>
        </p:txBody>
      </p:sp>
      <p:sp>
        <p:nvSpPr>
          <p:cNvPr id="11268" name="Text Box 4"/>
          <p:cNvSpPr txBox="1">
            <a:spLocks noChangeArrowheads="1"/>
          </p:cNvSpPr>
          <p:nvPr/>
        </p:nvSpPr>
        <p:spPr bwMode="auto">
          <a:xfrm>
            <a:off x="8178800" y="6499225"/>
            <a:ext cx="5080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>
                <a:solidFill>
                  <a:schemeClr val="bg1"/>
                </a:solidFill>
              </a:rPr>
              <a:t>/15</a:t>
            </a:r>
          </a:p>
        </p:txBody>
      </p:sp>
      <p:grpSp>
        <p:nvGrpSpPr>
          <p:cNvPr id="4" name="Group 30"/>
          <p:cNvGrpSpPr>
            <a:grpSpLocks/>
          </p:cNvGrpSpPr>
          <p:nvPr/>
        </p:nvGrpSpPr>
        <p:grpSpPr bwMode="auto">
          <a:xfrm>
            <a:off x="6732588" y="2060575"/>
            <a:ext cx="2057400" cy="2209800"/>
            <a:chOff x="4091" y="1584"/>
            <a:chExt cx="1429" cy="1584"/>
          </a:xfrm>
        </p:grpSpPr>
        <p:sp>
          <p:nvSpPr>
            <p:cNvPr id="11282" name="Rectangle 31"/>
            <p:cNvSpPr>
              <a:spLocks noChangeArrowheads="1"/>
            </p:cNvSpPr>
            <p:nvPr/>
          </p:nvSpPr>
          <p:spPr bwMode="auto">
            <a:xfrm rot="-1531348">
              <a:off x="5040" y="1680"/>
              <a:ext cx="96" cy="1392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prstDash val="dash"/>
              <a:miter lim="800000"/>
              <a:headEnd/>
              <a:tailEnd/>
            </a:ln>
            <a:effectLst/>
          </p:spPr>
          <p:txBody>
            <a:bodyPr vert="eaVert" wrap="none" anchor="ctr"/>
            <a:lstStyle/>
            <a:p>
              <a:endParaRPr lang="zh-CN" altLang="en-US"/>
            </a:p>
          </p:txBody>
        </p:sp>
        <p:sp>
          <p:nvSpPr>
            <p:cNvPr id="11283" name="AutoShape 32"/>
            <p:cNvSpPr>
              <a:spLocks noChangeArrowheads="1"/>
            </p:cNvSpPr>
            <p:nvPr/>
          </p:nvSpPr>
          <p:spPr bwMode="auto">
            <a:xfrm>
              <a:off x="4656" y="1584"/>
              <a:ext cx="288" cy="19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0 w 21600"/>
                <a:gd name="T13" fmla="*/ 4500 h 21600"/>
                <a:gd name="T14" fmla="*/ 17100 w 21600"/>
                <a:gd name="T15" fmla="*/ 171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CC8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vert="eaVert" wrap="none" anchor="ctr"/>
            <a:lstStyle/>
            <a:p>
              <a:endParaRPr lang="zh-CN" altLang="en-US"/>
            </a:p>
          </p:txBody>
        </p:sp>
        <p:sp>
          <p:nvSpPr>
            <p:cNvPr id="11284" name="Oval 33"/>
            <p:cNvSpPr>
              <a:spLocks noChangeArrowheads="1"/>
            </p:cNvSpPr>
            <p:nvPr/>
          </p:nvSpPr>
          <p:spPr bwMode="auto">
            <a:xfrm>
              <a:off x="4764" y="1719"/>
              <a:ext cx="60" cy="43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vert="eaVert" wrap="none" anchor="ctr"/>
            <a:lstStyle/>
            <a:p>
              <a:endParaRPr lang="zh-CN" altLang="en-US"/>
            </a:p>
          </p:txBody>
        </p:sp>
        <p:sp>
          <p:nvSpPr>
            <p:cNvPr id="256034" name="Rectangle 34"/>
            <p:cNvSpPr>
              <a:spLocks noChangeArrowheads="1"/>
            </p:cNvSpPr>
            <p:nvPr/>
          </p:nvSpPr>
          <p:spPr bwMode="auto">
            <a:xfrm>
              <a:off x="4751" y="1776"/>
              <a:ext cx="97" cy="1392"/>
            </a:xfrm>
            <a:prstGeom prst="rect">
              <a:avLst/>
            </a:prstGeom>
            <a:gradFill rotWithShape="0">
              <a:gsLst>
                <a:gs pos="0">
                  <a:schemeClr val="accent1">
                    <a:gamma/>
                    <a:shade val="76078"/>
                    <a:invGamma/>
                  </a:schemeClr>
                </a:gs>
                <a:gs pos="50000">
                  <a:schemeClr val="accent1"/>
                </a:gs>
                <a:gs pos="100000">
                  <a:schemeClr val="accent1">
                    <a:gamma/>
                    <a:shade val="76078"/>
                    <a:invGamma/>
                  </a:schemeClr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1286" name="AutoShape 35"/>
            <p:cNvSpPr>
              <a:spLocks noChangeArrowheads="1"/>
            </p:cNvSpPr>
            <p:nvPr/>
          </p:nvSpPr>
          <p:spPr bwMode="auto">
            <a:xfrm>
              <a:off x="4416" y="2832"/>
              <a:ext cx="192" cy="96"/>
            </a:xfrm>
            <a:prstGeom prst="homePlate">
              <a:avLst>
                <a:gd name="adj" fmla="val 50000"/>
              </a:avLst>
            </a:prstGeom>
            <a:gradFill rotWithShape="0">
              <a:gsLst>
                <a:gs pos="0">
                  <a:srgbClr val="9B9B00"/>
                </a:gs>
                <a:gs pos="50000">
                  <a:srgbClr val="CCCC00"/>
                </a:gs>
                <a:gs pos="100000">
                  <a:srgbClr val="9B9B00"/>
                </a:gs>
              </a:gsLst>
              <a:lin ang="5400000" scaled="1"/>
            </a:gradFill>
            <a:ln w="1905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vert="eaVert" wrap="none" anchor="ctr"/>
            <a:lstStyle/>
            <a:p>
              <a:endParaRPr lang="zh-CN" altLang="en-US"/>
            </a:p>
          </p:txBody>
        </p:sp>
        <p:sp>
          <p:nvSpPr>
            <p:cNvPr id="11287" name="Line 36"/>
            <p:cNvSpPr>
              <a:spLocks noChangeShapeType="1"/>
            </p:cNvSpPr>
            <p:nvPr/>
          </p:nvSpPr>
          <p:spPr bwMode="auto">
            <a:xfrm>
              <a:off x="4368" y="3024"/>
              <a:ext cx="336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sm" len="lg"/>
            </a:ln>
            <a:effectLst/>
          </p:spPr>
          <p:txBody>
            <a:bodyPr vert="eaVert" wrap="none" anchor="ctr"/>
            <a:lstStyle/>
            <a:p>
              <a:endParaRPr lang="zh-CN" altLang="en-US"/>
            </a:p>
          </p:txBody>
        </p:sp>
        <p:graphicFrame>
          <p:nvGraphicFramePr>
            <p:cNvPr id="11288" name="Object 37"/>
            <p:cNvGraphicFramePr>
              <a:graphicFrameLocks noChangeAspect="1"/>
            </p:cNvGraphicFramePr>
            <p:nvPr/>
          </p:nvGraphicFramePr>
          <p:xfrm>
            <a:off x="4512" y="1680"/>
            <a:ext cx="188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64957" imgH="190335" progId="Equation.3">
                    <p:embed/>
                  </p:oleObj>
                </mc:Choice>
                <mc:Fallback>
                  <p:oleObj name="Equation" r:id="rId2" imgW="164957" imgH="190335" progId="Equation.3">
                    <p:embed/>
                    <p:pic>
                      <p:nvPicPr>
                        <p:cNvPr id="0" name="Object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12" y="1680"/>
                          <a:ext cx="188" cy="21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289" name="AutoShape 38"/>
            <p:cNvSpPr>
              <a:spLocks noChangeArrowheads="1"/>
            </p:cNvSpPr>
            <p:nvPr/>
          </p:nvSpPr>
          <p:spPr bwMode="auto">
            <a:xfrm rot="-1734327">
              <a:off x="5184" y="2688"/>
              <a:ext cx="192" cy="96"/>
            </a:xfrm>
            <a:prstGeom prst="homePlate">
              <a:avLst>
                <a:gd name="adj" fmla="val 50000"/>
              </a:avLst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vert="eaVert" wrap="none" anchor="ctr"/>
            <a:lstStyle/>
            <a:p>
              <a:endParaRPr lang="zh-CN" altLang="en-US"/>
            </a:p>
          </p:txBody>
        </p:sp>
        <p:sp>
          <p:nvSpPr>
            <p:cNvPr id="11290" name="Line 39"/>
            <p:cNvSpPr>
              <a:spLocks noChangeShapeType="1"/>
            </p:cNvSpPr>
            <p:nvPr/>
          </p:nvSpPr>
          <p:spPr bwMode="auto">
            <a:xfrm flipH="1">
              <a:off x="4224" y="1728"/>
              <a:ext cx="5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1291" name="Line 40"/>
            <p:cNvSpPr>
              <a:spLocks noChangeShapeType="1"/>
            </p:cNvSpPr>
            <p:nvPr/>
          </p:nvSpPr>
          <p:spPr bwMode="auto">
            <a:xfrm flipH="1">
              <a:off x="4272" y="2880"/>
              <a:ext cx="5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1292" name="Line 41"/>
            <p:cNvSpPr>
              <a:spLocks noChangeShapeType="1"/>
            </p:cNvSpPr>
            <p:nvPr/>
          </p:nvSpPr>
          <p:spPr bwMode="auto">
            <a:xfrm>
              <a:off x="4368" y="1728"/>
              <a:ext cx="0" cy="1152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prstDash val="dash"/>
              <a:round/>
              <a:headEnd type="triangle" w="sm" len="lg"/>
              <a:tailEnd type="triangle" w="sm" len="lg"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graphicFrame>
          <p:nvGraphicFramePr>
            <p:cNvPr id="11293" name="Object 42"/>
            <p:cNvGraphicFramePr>
              <a:graphicFrameLocks noChangeAspect="1"/>
            </p:cNvGraphicFramePr>
            <p:nvPr/>
          </p:nvGraphicFramePr>
          <p:xfrm>
            <a:off x="4128" y="2256"/>
            <a:ext cx="224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77646" imgH="190335" progId="Equation.3">
                    <p:embed/>
                  </p:oleObj>
                </mc:Choice>
                <mc:Fallback>
                  <p:oleObj name="Equation" r:id="rId4" imgW="177646" imgH="190335" progId="Equation.3">
                    <p:embed/>
                    <p:pic>
                      <p:nvPicPr>
                        <p:cNvPr id="0" name="Object 4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28" y="2256"/>
                          <a:ext cx="224" cy="24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94" name="Object 43"/>
            <p:cNvGraphicFramePr>
              <a:graphicFrameLocks noChangeAspect="1"/>
            </p:cNvGraphicFramePr>
            <p:nvPr/>
          </p:nvGraphicFramePr>
          <p:xfrm>
            <a:off x="4368" y="2448"/>
            <a:ext cx="327" cy="3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266353" imgH="317087" progId="Equation.3">
                    <p:embed/>
                  </p:oleObj>
                </mc:Choice>
                <mc:Fallback>
                  <p:oleObj name="Equation" r:id="rId6" imgW="266353" imgH="317087" progId="Equation.3">
                    <p:embed/>
                    <p:pic>
                      <p:nvPicPr>
                        <p:cNvPr id="0" name="Object 4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8" y="2448"/>
                          <a:ext cx="327" cy="3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95" name="Object 44"/>
            <p:cNvGraphicFramePr>
              <a:graphicFrameLocks noChangeAspect="1"/>
            </p:cNvGraphicFramePr>
            <p:nvPr/>
          </p:nvGraphicFramePr>
          <p:xfrm>
            <a:off x="4091" y="2880"/>
            <a:ext cx="224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77646" imgH="228402" progId="Equation.3">
                    <p:embed/>
                  </p:oleObj>
                </mc:Choice>
                <mc:Fallback>
                  <p:oleObj name="Equation" r:id="rId8" imgW="177646" imgH="228402" progId="Equation.3">
                    <p:embed/>
                    <p:pic>
                      <p:nvPicPr>
                        <p:cNvPr id="0" name="Object 4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91" y="2880"/>
                          <a:ext cx="224" cy="2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296" name="AutoShape 45"/>
            <p:cNvSpPr>
              <a:spLocks noChangeArrowheads="1"/>
            </p:cNvSpPr>
            <p:nvPr/>
          </p:nvSpPr>
          <p:spPr bwMode="auto">
            <a:xfrm>
              <a:off x="5088" y="1776"/>
              <a:ext cx="432" cy="384"/>
            </a:xfrm>
            <a:prstGeom prst="wedgeRoundRectCallout">
              <a:avLst>
                <a:gd name="adj1" fmla="val -91435"/>
                <a:gd name="adj2" fmla="val 79426"/>
                <a:gd name="adj3" fmla="val 16667"/>
              </a:avLst>
            </a:prstGeom>
            <a:gradFill rotWithShape="0">
              <a:gsLst>
                <a:gs pos="0">
                  <a:srgbClr val="FFE1FF"/>
                </a:gs>
                <a:gs pos="100000">
                  <a:srgbClr val="FFFFFF"/>
                </a:gs>
              </a:gsLst>
              <a:lin ang="5400000" scaled="1"/>
            </a:gradFill>
            <a:ln w="9525">
              <a:solidFill>
                <a:srgbClr val="D60093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zh-CN" altLang="zh-CN"/>
            </a:p>
          </p:txBody>
        </p:sp>
        <p:sp>
          <p:nvSpPr>
            <p:cNvPr id="11297" name="Freeform 46"/>
            <p:cNvSpPr>
              <a:spLocks/>
            </p:cNvSpPr>
            <p:nvPr/>
          </p:nvSpPr>
          <p:spPr bwMode="auto">
            <a:xfrm>
              <a:off x="4848" y="2303"/>
              <a:ext cx="144" cy="49"/>
            </a:xfrm>
            <a:custGeom>
              <a:avLst/>
              <a:gdLst>
                <a:gd name="T0" fmla="*/ 0 w 144"/>
                <a:gd name="T1" fmla="*/ 48 h 49"/>
                <a:gd name="T2" fmla="*/ 75 w 144"/>
                <a:gd name="T3" fmla="*/ 41 h 49"/>
                <a:gd name="T4" fmla="*/ 144 w 144"/>
                <a:gd name="T5" fmla="*/ 0 h 4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4" h="49">
                  <a:moveTo>
                    <a:pt x="0" y="48"/>
                  </a:moveTo>
                  <a:cubicBezTo>
                    <a:pt x="12" y="47"/>
                    <a:pt x="51" y="49"/>
                    <a:pt x="75" y="41"/>
                  </a:cubicBezTo>
                  <a:cubicBezTo>
                    <a:pt x="99" y="33"/>
                    <a:pt x="130" y="9"/>
                    <a:pt x="144" y="0"/>
                  </a:cubicBezTo>
                </a:path>
              </a:pathLst>
            </a:custGeom>
            <a:noFill/>
            <a:ln w="19050" cmpd="sng">
              <a:solidFill>
                <a:srgbClr val="FF3399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graphicFrame>
          <p:nvGraphicFramePr>
            <p:cNvPr id="11298" name="Object 47"/>
            <p:cNvGraphicFramePr>
              <a:graphicFrameLocks noChangeAspect="1"/>
            </p:cNvGraphicFramePr>
            <p:nvPr/>
          </p:nvGraphicFramePr>
          <p:xfrm>
            <a:off x="5136" y="1776"/>
            <a:ext cx="384" cy="3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368140" imgH="317362" progId="Equation.3">
                    <p:embed/>
                  </p:oleObj>
                </mc:Choice>
                <mc:Fallback>
                  <p:oleObj name="Equation" r:id="rId10" imgW="368140" imgH="317362" progId="Equation.3">
                    <p:embed/>
                    <p:pic>
                      <p:nvPicPr>
                        <p:cNvPr id="0" name="Object 4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36" y="1776"/>
                          <a:ext cx="384" cy="33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56048" name="Text Box 48"/>
          <p:cNvSpPr txBox="1">
            <a:spLocks noChangeArrowheads="1"/>
          </p:cNvSpPr>
          <p:nvPr/>
        </p:nvSpPr>
        <p:spPr bwMode="auto">
          <a:xfrm>
            <a:off x="411560" y="2554387"/>
            <a:ext cx="5904656" cy="10525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ct val="50000"/>
              </a:spcBef>
            </a:pPr>
            <a:r>
              <a:rPr lang="zh-CN" altLang="en-US" sz="2400" b="1" dirty="0"/>
              <a:t>例如</a:t>
            </a:r>
            <a:r>
              <a:rPr lang="en-US" altLang="zh-CN" sz="2400" b="1" dirty="0"/>
              <a:t>, </a:t>
            </a:r>
            <a:r>
              <a:rPr lang="zh-CN" altLang="en-US" sz="2400" b="1" dirty="0"/>
              <a:t>在右图子穿入细棒后与棒一起绕垂直</a:t>
            </a:r>
            <a:r>
              <a:rPr lang="en-US" altLang="zh-CN" sz="2400" b="1" dirty="0"/>
              <a:t>O</a:t>
            </a:r>
            <a:r>
              <a:rPr lang="zh-CN" altLang="en-US" sz="2400" b="1" dirty="0"/>
              <a:t>的转轴转动过程</a:t>
            </a:r>
            <a:r>
              <a:rPr lang="en-US" altLang="zh-CN" sz="2400" b="1" dirty="0"/>
              <a:t>, </a:t>
            </a:r>
            <a:r>
              <a:rPr lang="zh-CN" altLang="en-US" sz="2400" b="1" dirty="0"/>
              <a:t>机械能是守恒的</a:t>
            </a:r>
            <a:r>
              <a:rPr lang="en-US" altLang="zh-CN" sz="2400" b="1" dirty="0"/>
              <a:t>.</a:t>
            </a:r>
          </a:p>
        </p:txBody>
      </p:sp>
      <p:grpSp>
        <p:nvGrpSpPr>
          <p:cNvPr id="6" name="Group 55"/>
          <p:cNvGrpSpPr>
            <a:grpSpLocks/>
          </p:cNvGrpSpPr>
          <p:nvPr/>
        </p:nvGrpSpPr>
        <p:grpSpPr bwMode="auto">
          <a:xfrm>
            <a:off x="395536" y="404664"/>
            <a:ext cx="8064896" cy="954088"/>
            <a:chOff x="249" y="1888"/>
            <a:chExt cx="3311" cy="601"/>
          </a:xfrm>
        </p:grpSpPr>
        <p:sp>
          <p:nvSpPr>
            <p:cNvPr id="11278" name="Text Box 26"/>
            <p:cNvSpPr txBox="1">
              <a:spLocks noChangeArrowheads="1"/>
            </p:cNvSpPr>
            <p:nvPr/>
          </p:nvSpPr>
          <p:spPr bwMode="auto">
            <a:xfrm>
              <a:off x="249" y="1888"/>
              <a:ext cx="3311" cy="60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dirty="0"/>
                <a:t>5. </a:t>
              </a:r>
              <a:r>
                <a:rPr lang="zh-CN" altLang="en-US" sz="2800" dirty="0"/>
                <a:t>定轴转动过程中的机械能守恒定律求解问题</a:t>
              </a:r>
              <a:r>
                <a:rPr lang="en-US" altLang="zh-CN" sz="2800" dirty="0"/>
                <a:t>.</a:t>
              </a:r>
            </a:p>
          </p:txBody>
        </p:sp>
        <p:sp>
          <p:nvSpPr>
            <p:cNvPr id="11279" name="Text Box 54"/>
            <p:cNvSpPr txBox="1">
              <a:spLocks noChangeArrowheads="1"/>
            </p:cNvSpPr>
            <p:nvPr/>
          </p:nvSpPr>
          <p:spPr bwMode="auto">
            <a:xfrm>
              <a:off x="521" y="2160"/>
              <a:ext cx="2631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dirty="0">
                  <a:solidFill>
                    <a:srgbClr val="FF0000"/>
                  </a:solidFill>
                </a:rPr>
                <a:t>如只有保守内力做功</a:t>
              </a:r>
              <a:r>
                <a:rPr lang="en-US" altLang="zh-CN" sz="2400" dirty="0">
                  <a:solidFill>
                    <a:srgbClr val="FF0000"/>
                  </a:solidFill>
                </a:rPr>
                <a:t>, </a:t>
              </a:r>
              <a:r>
                <a:rPr lang="zh-CN" altLang="en-US" sz="2400" dirty="0">
                  <a:solidFill>
                    <a:srgbClr val="FF0000"/>
                  </a:solidFill>
                </a:rPr>
                <a:t>则机械能守恒</a:t>
              </a:r>
              <a:r>
                <a:rPr lang="en-US" altLang="zh-CN" sz="2400" dirty="0">
                  <a:solidFill>
                    <a:srgbClr val="FF0000"/>
                  </a:solidFill>
                </a:rPr>
                <a:t>.</a:t>
              </a:r>
            </a:p>
          </p:txBody>
        </p:sp>
      </p:grpSp>
      <p:sp>
        <p:nvSpPr>
          <p:cNvPr id="256057" name="Text Box 57"/>
          <p:cNvSpPr txBox="1">
            <a:spLocks noChangeArrowheads="1"/>
          </p:cNvSpPr>
          <p:nvPr/>
        </p:nvSpPr>
        <p:spPr bwMode="auto">
          <a:xfrm>
            <a:off x="395536" y="3606983"/>
            <a:ext cx="496728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solidFill>
                  <a:srgbClr val="FF0000"/>
                </a:solidFill>
              </a:rPr>
              <a:t>相关例题和习题</a:t>
            </a:r>
            <a:r>
              <a:rPr lang="en-US" altLang="zh-CN" sz="2800" dirty="0">
                <a:solidFill>
                  <a:srgbClr val="FF0000"/>
                </a:solidFill>
              </a:rPr>
              <a:t>:</a:t>
            </a:r>
            <a:endParaRPr lang="en-US" altLang="zh-CN" sz="2800" dirty="0">
              <a:solidFill>
                <a:srgbClr val="000000"/>
              </a:solidFill>
            </a:endParaRPr>
          </a:p>
        </p:txBody>
      </p:sp>
      <p:graphicFrame>
        <p:nvGraphicFramePr>
          <p:cNvPr id="22" name="Object 1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94105553"/>
              </p:ext>
            </p:extLst>
          </p:nvPr>
        </p:nvGraphicFramePr>
        <p:xfrm>
          <a:off x="1618407" y="1690291"/>
          <a:ext cx="3744416" cy="8640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587240" imgH="393480" progId="Equation.3">
                  <p:embed/>
                </p:oleObj>
              </mc:Choice>
              <mc:Fallback>
                <p:oleObj name="公式" r:id="rId12" imgW="1587240" imgH="393480" progId="Equation.3">
                  <p:embed/>
                  <p:pic>
                    <p:nvPicPr>
                      <p:cNvPr id="0" name="Object 10"/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8407" y="1690291"/>
                        <a:ext cx="3744416" cy="8640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56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256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48" grpId="0" autoUpdateAnimBg="0"/>
      <p:bldP spid="256057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8" name="Text Box 52"/>
          <p:cNvSpPr txBox="1">
            <a:spLocks noChangeArrowheads="1"/>
          </p:cNvSpPr>
          <p:nvPr/>
        </p:nvSpPr>
        <p:spPr bwMode="auto">
          <a:xfrm>
            <a:off x="179512" y="116632"/>
            <a:ext cx="405956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dirty="0">
                <a:solidFill>
                  <a:srgbClr val="0000FF"/>
                </a:solidFill>
              </a:rPr>
              <a:t>第五章   第六章   电场</a:t>
            </a:r>
            <a:r>
              <a:rPr lang="zh-CN" altLang="en-US" sz="3200" dirty="0">
                <a:solidFill>
                  <a:srgbClr val="A50021"/>
                </a:solidFill>
              </a:rPr>
              <a:t> </a:t>
            </a:r>
          </a:p>
        </p:txBody>
      </p:sp>
      <p:sp>
        <p:nvSpPr>
          <p:cNvPr id="59" name="Text Box 2"/>
          <p:cNvSpPr txBox="1">
            <a:spLocks noChangeArrowheads="1"/>
          </p:cNvSpPr>
          <p:nvPr/>
        </p:nvSpPr>
        <p:spPr bwMode="auto">
          <a:xfrm>
            <a:off x="179512" y="2564904"/>
            <a:ext cx="1368152" cy="954107"/>
          </a:xfrm>
          <a:prstGeom prst="rect">
            <a:avLst/>
          </a:prstGeom>
          <a:solidFill>
            <a:srgbClr val="FFCCFF"/>
          </a:solidFill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r>
              <a:rPr kumimoji="1" lang="zh-CN" altLang="en-US" sz="2800" b="1" dirty="0">
                <a:latin typeface="Times New Roman" pitchFamily="18" charset="0"/>
                <a:ea typeface="楷体_GB2312" pitchFamily="49" charset="-122"/>
              </a:rPr>
              <a:t>场强</a:t>
            </a:r>
            <a:r>
              <a:rPr kumimoji="1" lang="en-US" altLang="zh-CN" sz="2800" b="1" dirty="0">
                <a:latin typeface="Times New Roman" pitchFamily="18" charset="0"/>
                <a:ea typeface="楷体_GB2312" pitchFamily="49" charset="-122"/>
              </a:rPr>
              <a:t>E</a:t>
            </a:r>
            <a:r>
              <a:rPr kumimoji="1" lang="zh-CN" altLang="en-US" sz="2800" b="1" dirty="0">
                <a:latin typeface="Times New Roman" pitchFamily="18" charset="0"/>
                <a:ea typeface="楷体_GB2312" pitchFamily="49" charset="-122"/>
              </a:rPr>
              <a:t>的计算</a:t>
            </a:r>
          </a:p>
        </p:txBody>
      </p:sp>
      <p:sp>
        <p:nvSpPr>
          <p:cNvPr id="60" name="Text Box 3"/>
          <p:cNvSpPr txBox="1">
            <a:spLocks noChangeArrowheads="1"/>
          </p:cNvSpPr>
          <p:nvPr/>
        </p:nvSpPr>
        <p:spPr bwMode="auto">
          <a:xfrm>
            <a:off x="2267744" y="1196752"/>
            <a:ext cx="1260475" cy="519112"/>
          </a:xfrm>
          <a:prstGeom prst="rect">
            <a:avLst/>
          </a:prstGeom>
          <a:solidFill>
            <a:srgbClr val="FFCCFF"/>
          </a:solidFill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800" b="1" dirty="0">
                <a:latin typeface="Times New Roman" pitchFamily="18" charset="0"/>
                <a:ea typeface="楷体_GB2312" pitchFamily="49" charset="-122"/>
              </a:rPr>
              <a:t>叠加法</a:t>
            </a:r>
          </a:p>
        </p:txBody>
      </p:sp>
      <p:sp>
        <p:nvSpPr>
          <p:cNvPr id="61" name="Text Box 4"/>
          <p:cNvSpPr txBox="1">
            <a:spLocks noChangeArrowheads="1"/>
          </p:cNvSpPr>
          <p:nvPr/>
        </p:nvSpPr>
        <p:spPr bwMode="auto">
          <a:xfrm>
            <a:off x="2123728" y="2708920"/>
            <a:ext cx="1368152" cy="954107"/>
          </a:xfrm>
          <a:prstGeom prst="rect">
            <a:avLst/>
          </a:prstGeom>
          <a:solidFill>
            <a:srgbClr val="FFCCFF"/>
          </a:solidFill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r>
              <a:rPr kumimoji="1" lang="zh-CN" altLang="en-US" sz="2800" b="1" dirty="0">
                <a:latin typeface="Times New Roman" pitchFamily="18" charset="0"/>
                <a:ea typeface="楷体_GB2312" pitchFamily="49" charset="-122"/>
              </a:rPr>
              <a:t>高斯定理法</a:t>
            </a:r>
          </a:p>
        </p:txBody>
      </p:sp>
      <p:sp>
        <p:nvSpPr>
          <p:cNvPr id="62" name="Text Box 5"/>
          <p:cNvSpPr txBox="1">
            <a:spLocks noChangeArrowheads="1"/>
          </p:cNvSpPr>
          <p:nvPr/>
        </p:nvSpPr>
        <p:spPr bwMode="auto">
          <a:xfrm>
            <a:off x="2267744" y="5589240"/>
            <a:ext cx="1260475" cy="519112"/>
          </a:xfrm>
          <a:prstGeom prst="rect">
            <a:avLst/>
          </a:prstGeom>
          <a:solidFill>
            <a:srgbClr val="FFCCFF"/>
          </a:solidFill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800" b="1" dirty="0">
                <a:latin typeface="Times New Roman" pitchFamily="18" charset="0"/>
                <a:ea typeface="楷体_GB2312" pitchFamily="49" charset="-122"/>
              </a:rPr>
              <a:t>梯度法</a:t>
            </a:r>
          </a:p>
        </p:txBody>
      </p:sp>
      <p:sp>
        <p:nvSpPr>
          <p:cNvPr id="64" name="Line 6"/>
          <p:cNvSpPr>
            <a:spLocks noChangeShapeType="1"/>
          </p:cNvSpPr>
          <p:nvPr/>
        </p:nvSpPr>
        <p:spPr bwMode="auto">
          <a:xfrm flipV="1">
            <a:off x="1547664" y="1772816"/>
            <a:ext cx="936104" cy="1033264"/>
          </a:xfrm>
          <a:prstGeom prst="line">
            <a:avLst/>
          </a:prstGeom>
          <a:noFill/>
          <a:ln w="12700">
            <a:solidFill>
              <a:schemeClr val="hlink"/>
            </a:solidFill>
            <a:round/>
            <a:headEnd type="none" w="sm" len="sm"/>
            <a:tailEnd type="triangle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65" name="Object 7"/>
          <p:cNvGraphicFramePr>
            <a:graphicFrameLocks noChangeAspect="1"/>
          </p:cNvGraphicFramePr>
          <p:nvPr/>
        </p:nvGraphicFramePr>
        <p:xfrm>
          <a:off x="4427984" y="548680"/>
          <a:ext cx="844550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68280" imgH="279360" progId="Equation.3">
                  <p:embed/>
                </p:oleObj>
              </mc:Choice>
              <mc:Fallback>
                <p:oleObj name="Equation" r:id="rId2" imgW="368280" imgH="27936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7984" y="548680"/>
                        <a:ext cx="844550" cy="577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" name="Object 8"/>
          <p:cNvGraphicFramePr>
            <a:graphicFrameLocks noChangeAspect="1"/>
          </p:cNvGraphicFramePr>
          <p:nvPr/>
        </p:nvGraphicFramePr>
        <p:xfrm>
          <a:off x="4499992" y="1484784"/>
          <a:ext cx="815975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42720" imgH="304560" progId="Equation.3">
                  <p:embed/>
                </p:oleObj>
              </mc:Choice>
              <mc:Fallback>
                <p:oleObj name="Equation" r:id="rId4" imgW="342720" imgH="30456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9992" y="1484784"/>
                        <a:ext cx="815975" cy="581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" name="Object 9"/>
          <p:cNvGraphicFramePr>
            <a:graphicFrameLocks noChangeAspect="1"/>
          </p:cNvGraphicFramePr>
          <p:nvPr/>
        </p:nvGraphicFramePr>
        <p:xfrm>
          <a:off x="5148064" y="2348880"/>
          <a:ext cx="2025264" cy="7533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30040" imgH="444240" progId="Equation.3">
                  <p:embed/>
                </p:oleObj>
              </mc:Choice>
              <mc:Fallback>
                <p:oleObj name="Equation" r:id="rId6" imgW="1130040" imgH="44424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8064" y="2348880"/>
                        <a:ext cx="2025264" cy="753329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" name="Line 12"/>
          <p:cNvSpPr>
            <a:spLocks noChangeShapeType="1"/>
          </p:cNvSpPr>
          <p:nvPr/>
        </p:nvSpPr>
        <p:spPr bwMode="auto">
          <a:xfrm>
            <a:off x="1619672" y="3429000"/>
            <a:ext cx="720080" cy="2016224"/>
          </a:xfrm>
          <a:prstGeom prst="line">
            <a:avLst/>
          </a:prstGeom>
          <a:noFill/>
          <a:ln w="12700">
            <a:solidFill>
              <a:schemeClr val="hlink"/>
            </a:solidFill>
            <a:round/>
            <a:headEnd type="none" w="sm" len="sm"/>
            <a:tailEnd type="triangle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" name="AutoShape 13"/>
          <p:cNvSpPr>
            <a:spLocks noChangeArrowheads="1"/>
          </p:cNvSpPr>
          <p:nvPr/>
        </p:nvSpPr>
        <p:spPr bwMode="auto">
          <a:xfrm>
            <a:off x="3491880" y="1412776"/>
            <a:ext cx="533400" cy="76200"/>
          </a:xfrm>
          <a:prstGeom prst="rightArrow">
            <a:avLst>
              <a:gd name="adj1" fmla="val 50000"/>
              <a:gd name="adj2" fmla="val 175000"/>
            </a:avLst>
          </a:prstGeom>
          <a:solidFill>
            <a:schemeClr val="tx2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" name="AutoShape 14"/>
          <p:cNvSpPr>
            <a:spLocks noChangeArrowheads="1"/>
          </p:cNvSpPr>
          <p:nvPr/>
        </p:nvSpPr>
        <p:spPr bwMode="auto">
          <a:xfrm>
            <a:off x="3563888" y="5805264"/>
            <a:ext cx="533400" cy="76200"/>
          </a:xfrm>
          <a:prstGeom prst="rightArrow">
            <a:avLst>
              <a:gd name="adj1" fmla="val 50000"/>
              <a:gd name="adj2" fmla="val 175000"/>
            </a:avLst>
          </a:prstGeom>
          <a:solidFill>
            <a:schemeClr val="tx2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3" name="AutoShape 15"/>
          <p:cNvSpPr>
            <a:spLocks noChangeArrowheads="1"/>
          </p:cNvSpPr>
          <p:nvPr/>
        </p:nvSpPr>
        <p:spPr bwMode="auto">
          <a:xfrm>
            <a:off x="3491880" y="3212976"/>
            <a:ext cx="304800" cy="76200"/>
          </a:xfrm>
          <a:prstGeom prst="rightArrow">
            <a:avLst>
              <a:gd name="adj1" fmla="val 50000"/>
              <a:gd name="adj2" fmla="val 100000"/>
            </a:avLst>
          </a:prstGeom>
          <a:solidFill>
            <a:schemeClr val="tx2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74" name="Group 16"/>
          <p:cNvGrpSpPr>
            <a:grpSpLocks/>
          </p:cNvGrpSpPr>
          <p:nvPr/>
        </p:nvGrpSpPr>
        <p:grpSpPr bwMode="auto">
          <a:xfrm>
            <a:off x="2843808" y="2204864"/>
            <a:ext cx="833438" cy="762000"/>
            <a:chOff x="397" y="211"/>
            <a:chExt cx="525" cy="480"/>
          </a:xfrm>
        </p:grpSpPr>
        <p:sp>
          <p:nvSpPr>
            <p:cNvPr id="75" name="Freeform 17"/>
            <p:cNvSpPr>
              <a:spLocks/>
            </p:cNvSpPr>
            <p:nvPr/>
          </p:nvSpPr>
          <p:spPr bwMode="gray">
            <a:xfrm>
              <a:off x="397" y="211"/>
              <a:ext cx="525" cy="480"/>
            </a:xfrm>
            <a:custGeom>
              <a:avLst/>
              <a:gdLst/>
              <a:ahLst/>
              <a:cxnLst>
                <a:cxn ang="0">
                  <a:pos x="225" y="217"/>
                </a:cxn>
                <a:cxn ang="0">
                  <a:pos x="133" y="0"/>
                </a:cxn>
                <a:cxn ang="0">
                  <a:pos x="263" y="193"/>
                </a:cxn>
                <a:cxn ang="0">
                  <a:pos x="393" y="0"/>
                </a:cxn>
                <a:cxn ang="0">
                  <a:pos x="299" y="217"/>
                </a:cxn>
                <a:cxn ang="0">
                  <a:pos x="524" y="240"/>
                </a:cxn>
                <a:cxn ang="0">
                  <a:pos x="298" y="262"/>
                </a:cxn>
                <a:cxn ang="0">
                  <a:pos x="393" y="479"/>
                </a:cxn>
                <a:cxn ang="0">
                  <a:pos x="263" y="286"/>
                </a:cxn>
                <a:cxn ang="0">
                  <a:pos x="133" y="479"/>
                </a:cxn>
                <a:cxn ang="0">
                  <a:pos x="224" y="263"/>
                </a:cxn>
                <a:cxn ang="0">
                  <a:pos x="0" y="240"/>
                </a:cxn>
                <a:cxn ang="0">
                  <a:pos x="225" y="217"/>
                </a:cxn>
              </a:cxnLst>
              <a:rect l="0" t="0" r="r" b="b"/>
              <a:pathLst>
                <a:path w="525" h="480">
                  <a:moveTo>
                    <a:pt x="225" y="217"/>
                  </a:moveTo>
                  <a:lnTo>
                    <a:pt x="133" y="0"/>
                  </a:lnTo>
                  <a:lnTo>
                    <a:pt x="263" y="193"/>
                  </a:lnTo>
                  <a:lnTo>
                    <a:pt x="393" y="0"/>
                  </a:lnTo>
                  <a:lnTo>
                    <a:pt x="299" y="217"/>
                  </a:lnTo>
                  <a:lnTo>
                    <a:pt x="524" y="240"/>
                  </a:lnTo>
                  <a:lnTo>
                    <a:pt x="298" y="262"/>
                  </a:lnTo>
                  <a:lnTo>
                    <a:pt x="393" y="479"/>
                  </a:lnTo>
                  <a:lnTo>
                    <a:pt x="263" y="286"/>
                  </a:lnTo>
                  <a:lnTo>
                    <a:pt x="133" y="479"/>
                  </a:lnTo>
                  <a:lnTo>
                    <a:pt x="224" y="263"/>
                  </a:lnTo>
                  <a:lnTo>
                    <a:pt x="0" y="240"/>
                  </a:lnTo>
                  <a:lnTo>
                    <a:pt x="225" y="217"/>
                  </a:lnTo>
                </a:path>
              </a:pathLst>
            </a:custGeom>
            <a:gradFill rotWithShape="0">
              <a:gsLst>
                <a:gs pos="0">
                  <a:srgbClr val="FF6600"/>
                </a:gs>
                <a:gs pos="100000">
                  <a:srgbClr val="FFFFFF"/>
                </a:gs>
              </a:gsLst>
              <a:path path="rect">
                <a:fillToRect l="50000" t="50000" r="50000" b="50000"/>
              </a:path>
            </a:gradFill>
            <a:ln w="9525" cap="rnd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" name="Freeform 18"/>
            <p:cNvSpPr>
              <a:spLocks/>
            </p:cNvSpPr>
            <p:nvPr/>
          </p:nvSpPr>
          <p:spPr bwMode="gray">
            <a:xfrm>
              <a:off x="469" y="276"/>
              <a:ext cx="382" cy="350"/>
            </a:xfrm>
            <a:custGeom>
              <a:avLst/>
              <a:gdLst/>
              <a:ahLst/>
              <a:cxnLst>
                <a:cxn ang="0">
                  <a:pos x="153" y="153"/>
                </a:cxn>
                <a:cxn ang="0">
                  <a:pos x="95" y="0"/>
                </a:cxn>
                <a:cxn ang="0">
                  <a:pos x="191" y="128"/>
                </a:cxn>
                <a:cxn ang="0">
                  <a:pos x="284" y="0"/>
                </a:cxn>
                <a:cxn ang="0">
                  <a:pos x="227" y="153"/>
                </a:cxn>
                <a:cxn ang="0">
                  <a:pos x="381" y="175"/>
                </a:cxn>
                <a:cxn ang="0">
                  <a:pos x="226" y="196"/>
                </a:cxn>
                <a:cxn ang="0">
                  <a:pos x="284" y="349"/>
                </a:cxn>
                <a:cxn ang="0">
                  <a:pos x="191" y="221"/>
                </a:cxn>
                <a:cxn ang="0">
                  <a:pos x="95" y="349"/>
                </a:cxn>
                <a:cxn ang="0">
                  <a:pos x="152" y="198"/>
                </a:cxn>
                <a:cxn ang="0">
                  <a:pos x="0" y="175"/>
                </a:cxn>
                <a:cxn ang="0">
                  <a:pos x="153" y="153"/>
                </a:cxn>
              </a:cxnLst>
              <a:rect l="0" t="0" r="r" b="b"/>
              <a:pathLst>
                <a:path w="382" h="350">
                  <a:moveTo>
                    <a:pt x="153" y="153"/>
                  </a:moveTo>
                  <a:lnTo>
                    <a:pt x="95" y="0"/>
                  </a:lnTo>
                  <a:lnTo>
                    <a:pt x="191" y="128"/>
                  </a:lnTo>
                  <a:lnTo>
                    <a:pt x="284" y="0"/>
                  </a:lnTo>
                  <a:lnTo>
                    <a:pt x="227" y="153"/>
                  </a:lnTo>
                  <a:lnTo>
                    <a:pt x="381" y="175"/>
                  </a:lnTo>
                  <a:lnTo>
                    <a:pt x="226" y="196"/>
                  </a:lnTo>
                  <a:lnTo>
                    <a:pt x="284" y="349"/>
                  </a:lnTo>
                  <a:lnTo>
                    <a:pt x="191" y="221"/>
                  </a:lnTo>
                  <a:lnTo>
                    <a:pt x="95" y="349"/>
                  </a:lnTo>
                  <a:lnTo>
                    <a:pt x="152" y="198"/>
                  </a:lnTo>
                  <a:lnTo>
                    <a:pt x="0" y="175"/>
                  </a:lnTo>
                  <a:lnTo>
                    <a:pt x="153" y="153"/>
                  </a:lnTo>
                </a:path>
              </a:pathLst>
            </a:custGeom>
            <a:gradFill rotWithShape="0">
              <a:gsLst>
                <a:gs pos="0">
                  <a:srgbClr val="FF6600"/>
                </a:gs>
                <a:gs pos="100000">
                  <a:srgbClr val="FFFFFF"/>
                </a:gs>
              </a:gsLst>
              <a:path path="rect">
                <a:fillToRect l="50000" t="50000" r="50000" b="50000"/>
              </a:path>
            </a:gradFill>
            <a:ln w="9525" cap="rnd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" name="Freeform 19"/>
            <p:cNvSpPr>
              <a:spLocks/>
            </p:cNvSpPr>
            <p:nvPr/>
          </p:nvSpPr>
          <p:spPr bwMode="gray">
            <a:xfrm>
              <a:off x="525" y="285"/>
              <a:ext cx="270" cy="332"/>
            </a:xfrm>
            <a:custGeom>
              <a:avLst/>
              <a:gdLst/>
              <a:ahLst/>
              <a:cxnLst>
                <a:cxn ang="0">
                  <a:pos x="0" y="84"/>
                </a:cxn>
                <a:cxn ang="0">
                  <a:pos x="122" y="143"/>
                </a:cxn>
                <a:cxn ang="0">
                  <a:pos x="135" y="0"/>
                </a:cxn>
                <a:cxn ang="0">
                  <a:pos x="147" y="143"/>
                </a:cxn>
                <a:cxn ang="0">
                  <a:pos x="268" y="82"/>
                </a:cxn>
                <a:cxn ang="0">
                  <a:pos x="159" y="166"/>
                </a:cxn>
                <a:cxn ang="0">
                  <a:pos x="269" y="249"/>
                </a:cxn>
                <a:cxn ang="0">
                  <a:pos x="147" y="189"/>
                </a:cxn>
                <a:cxn ang="0">
                  <a:pos x="135" y="331"/>
                </a:cxn>
                <a:cxn ang="0">
                  <a:pos x="122" y="189"/>
                </a:cxn>
                <a:cxn ang="0">
                  <a:pos x="0" y="249"/>
                </a:cxn>
                <a:cxn ang="0">
                  <a:pos x="110" y="166"/>
                </a:cxn>
                <a:cxn ang="0">
                  <a:pos x="0" y="84"/>
                </a:cxn>
              </a:cxnLst>
              <a:rect l="0" t="0" r="r" b="b"/>
              <a:pathLst>
                <a:path w="270" h="332">
                  <a:moveTo>
                    <a:pt x="0" y="84"/>
                  </a:moveTo>
                  <a:lnTo>
                    <a:pt x="122" y="143"/>
                  </a:lnTo>
                  <a:lnTo>
                    <a:pt x="135" y="0"/>
                  </a:lnTo>
                  <a:lnTo>
                    <a:pt x="147" y="143"/>
                  </a:lnTo>
                  <a:lnTo>
                    <a:pt x="268" y="82"/>
                  </a:lnTo>
                  <a:lnTo>
                    <a:pt x="159" y="166"/>
                  </a:lnTo>
                  <a:lnTo>
                    <a:pt x="269" y="249"/>
                  </a:lnTo>
                  <a:lnTo>
                    <a:pt x="147" y="189"/>
                  </a:lnTo>
                  <a:lnTo>
                    <a:pt x="135" y="331"/>
                  </a:lnTo>
                  <a:lnTo>
                    <a:pt x="122" y="189"/>
                  </a:lnTo>
                  <a:lnTo>
                    <a:pt x="0" y="249"/>
                  </a:lnTo>
                  <a:lnTo>
                    <a:pt x="110" y="166"/>
                  </a:lnTo>
                  <a:lnTo>
                    <a:pt x="0" y="84"/>
                  </a:lnTo>
                </a:path>
              </a:pathLst>
            </a:custGeom>
            <a:gradFill rotWithShape="0">
              <a:gsLst>
                <a:gs pos="0">
                  <a:srgbClr val="FF6600"/>
                </a:gs>
                <a:gs pos="100000">
                  <a:srgbClr val="FFFFFF"/>
                </a:gs>
              </a:gsLst>
              <a:path path="rect">
                <a:fillToRect l="50000" t="50000" r="50000" b="50000"/>
              </a:path>
            </a:gradFill>
            <a:ln w="9525" cap="rnd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" name="Freeform 20"/>
            <p:cNvSpPr>
              <a:spLocks/>
            </p:cNvSpPr>
            <p:nvPr/>
          </p:nvSpPr>
          <p:spPr bwMode="gray">
            <a:xfrm>
              <a:off x="626" y="408"/>
              <a:ext cx="68" cy="85"/>
            </a:xfrm>
            <a:custGeom>
              <a:avLst/>
              <a:gdLst/>
              <a:ahLst/>
              <a:cxnLst>
                <a:cxn ang="0">
                  <a:pos x="0" y="20"/>
                </a:cxn>
                <a:cxn ang="0">
                  <a:pos x="27" y="30"/>
                </a:cxn>
                <a:cxn ang="0">
                  <a:pos x="33" y="0"/>
                </a:cxn>
                <a:cxn ang="0">
                  <a:pos x="39" y="30"/>
                </a:cxn>
                <a:cxn ang="0">
                  <a:pos x="67" y="20"/>
                </a:cxn>
                <a:cxn ang="0">
                  <a:pos x="45" y="42"/>
                </a:cxn>
                <a:cxn ang="0">
                  <a:pos x="67" y="62"/>
                </a:cxn>
                <a:cxn ang="0">
                  <a:pos x="39" y="52"/>
                </a:cxn>
                <a:cxn ang="0">
                  <a:pos x="33" y="84"/>
                </a:cxn>
                <a:cxn ang="0">
                  <a:pos x="27" y="52"/>
                </a:cxn>
                <a:cxn ang="0">
                  <a:pos x="0" y="62"/>
                </a:cxn>
                <a:cxn ang="0">
                  <a:pos x="21" y="42"/>
                </a:cxn>
                <a:cxn ang="0">
                  <a:pos x="0" y="20"/>
                </a:cxn>
              </a:cxnLst>
              <a:rect l="0" t="0" r="r" b="b"/>
              <a:pathLst>
                <a:path w="68" h="85">
                  <a:moveTo>
                    <a:pt x="0" y="20"/>
                  </a:moveTo>
                  <a:lnTo>
                    <a:pt x="27" y="30"/>
                  </a:lnTo>
                  <a:lnTo>
                    <a:pt x="33" y="0"/>
                  </a:lnTo>
                  <a:lnTo>
                    <a:pt x="39" y="30"/>
                  </a:lnTo>
                  <a:lnTo>
                    <a:pt x="67" y="20"/>
                  </a:lnTo>
                  <a:lnTo>
                    <a:pt x="45" y="42"/>
                  </a:lnTo>
                  <a:lnTo>
                    <a:pt x="67" y="62"/>
                  </a:lnTo>
                  <a:lnTo>
                    <a:pt x="39" y="52"/>
                  </a:lnTo>
                  <a:lnTo>
                    <a:pt x="33" y="84"/>
                  </a:lnTo>
                  <a:lnTo>
                    <a:pt x="27" y="52"/>
                  </a:lnTo>
                  <a:lnTo>
                    <a:pt x="0" y="62"/>
                  </a:lnTo>
                  <a:lnTo>
                    <a:pt x="21" y="42"/>
                  </a:lnTo>
                  <a:lnTo>
                    <a:pt x="0" y="20"/>
                  </a:lnTo>
                </a:path>
              </a:pathLst>
            </a:custGeom>
            <a:gradFill rotWithShape="0">
              <a:gsLst>
                <a:gs pos="0">
                  <a:srgbClr val="FF6600"/>
                </a:gs>
                <a:gs pos="100000">
                  <a:srgbClr val="FFFFFF"/>
                </a:gs>
              </a:gsLst>
              <a:path path="rect">
                <a:fillToRect l="50000" t="50000" r="50000" b="50000"/>
              </a:path>
            </a:gradFill>
            <a:ln w="9525" cap="rnd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9225" name="Object 9"/>
          <p:cNvGraphicFramePr>
            <a:graphicFrameLocks noChangeAspect="1"/>
          </p:cNvGraphicFramePr>
          <p:nvPr/>
        </p:nvGraphicFramePr>
        <p:xfrm>
          <a:off x="5364088" y="1412776"/>
          <a:ext cx="2304256" cy="6480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511280" imgH="444240" progId="Equation.3">
                  <p:embed/>
                </p:oleObj>
              </mc:Choice>
              <mc:Fallback>
                <p:oleObj name="公式" r:id="rId8" imgW="1511280" imgH="444240" progId="Equation.3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4088" y="1412776"/>
                        <a:ext cx="2304256" cy="6480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7" name="Object 11"/>
          <p:cNvGraphicFramePr>
            <a:graphicFrameLocks noChangeAspect="1"/>
          </p:cNvGraphicFramePr>
          <p:nvPr/>
        </p:nvGraphicFramePr>
        <p:xfrm>
          <a:off x="5364088" y="3501008"/>
          <a:ext cx="1994314" cy="6473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054080" imgH="393480" progId="Equation.3">
                  <p:embed/>
                </p:oleObj>
              </mc:Choice>
              <mc:Fallback>
                <p:oleObj name="Equation" r:id="rId10" imgW="1054080" imgH="393480" progId="Equation.3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4088" y="3501008"/>
                        <a:ext cx="1994314" cy="647377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8" name="Object 12"/>
          <p:cNvGraphicFramePr>
            <a:graphicFrameLocks noChangeAspect="1"/>
          </p:cNvGraphicFramePr>
          <p:nvPr/>
        </p:nvGraphicFramePr>
        <p:xfrm>
          <a:off x="5436096" y="4077072"/>
          <a:ext cx="1187202" cy="5295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482400" imgH="215640" progId="Equation.3">
                  <p:embed/>
                </p:oleObj>
              </mc:Choice>
              <mc:Fallback>
                <p:oleObj name="Equation" r:id="rId12" imgW="482400" imgH="215640" progId="Equation.3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6096" y="4077072"/>
                        <a:ext cx="1187202" cy="52958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66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9" name="Object 13"/>
          <p:cNvGraphicFramePr>
            <a:graphicFrameLocks noChangeAspect="1"/>
          </p:cNvGraphicFramePr>
          <p:nvPr/>
        </p:nvGraphicFramePr>
        <p:xfrm>
          <a:off x="4572000" y="4581128"/>
          <a:ext cx="3517670" cy="474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803240" imgH="228600" progId="Equation.3">
                  <p:embed/>
                </p:oleObj>
              </mc:Choice>
              <mc:Fallback>
                <p:oleObj name="Equation" r:id="rId14" imgW="1803240" imgH="228600" progId="Equation.3">
                  <p:embed/>
                  <p:pic>
                    <p:nvPicPr>
                      <p:cNvPr id="0" name="Picture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4581128"/>
                        <a:ext cx="3517670" cy="4745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" name="Object 15"/>
          <p:cNvGraphicFramePr>
            <a:graphicFrameLocks noChangeAspect="1"/>
          </p:cNvGraphicFramePr>
          <p:nvPr/>
        </p:nvGraphicFramePr>
        <p:xfrm>
          <a:off x="5580112" y="476672"/>
          <a:ext cx="1800200" cy="720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927000" imgH="431640" progId="">
                  <p:embed/>
                </p:oleObj>
              </mc:Choice>
              <mc:Fallback>
                <p:oleObj name="Equation" r:id="rId16" imgW="927000" imgH="431640" progId="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0112" y="476672"/>
                        <a:ext cx="1800200" cy="720080"/>
                      </a:xfrm>
                      <a:prstGeom prst="rect">
                        <a:avLst/>
                      </a:prstGeom>
                      <a:solidFill>
                        <a:srgbClr val="FAF4FE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CC00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" name="左大括号 92"/>
          <p:cNvSpPr/>
          <p:nvPr/>
        </p:nvSpPr>
        <p:spPr>
          <a:xfrm>
            <a:off x="4067944" y="980728"/>
            <a:ext cx="360040" cy="936104"/>
          </a:xfrm>
          <a:prstGeom prst="leftBrace">
            <a:avLst>
              <a:gd name="adj1" fmla="val 8333"/>
              <a:gd name="adj2" fmla="val 50000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 dirty="0">
              <a:solidFill>
                <a:srgbClr val="FF0000"/>
              </a:solidFill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94" name="左大括号 93"/>
          <p:cNvSpPr/>
          <p:nvPr/>
        </p:nvSpPr>
        <p:spPr>
          <a:xfrm>
            <a:off x="3923928" y="2636912"/>
            <a:ext cx="360040" cy="1296144"/>
          </a:xfrm>
          <a:prstGeom prst="leftBrace">
            <a:avLst>
              <a:gd name="adj1" fmla="val 8333"/>
              <a:gd name="adj2" fmla="val 50000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 dirty="0">
              <a:solidFill>
                <a:srgbClr val="FF0000"/>
              </a:solidFill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95" name="矩形 94"/>
          <p:cNvSpPr/>
          <p:nvPr/>
        </p:nvSpPr>
        <p:spPr>
          <a:xfrm>
            <a:off x="4355976" y="3573016"/>
            <a:ext cx="11144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  <a:buClr>
                <a:srgbClr val="000000"/>
              </a:buClr>
            </a:pPr>
            <a:r>
              <a:rPr lang="zh-CN" altLang="en-US" b="1" dirty="0">
                <a:solidFill>
                  <a:srgbClr val="0000FF"/>
                </a:solidFill>
              </a:rPr>
              <a:t>电介质中</a:t>
            </a:r>
          </a:p>
        </p:txBody>
      </p:sp>
      <p:sp>
        <p:nvSpPr>
          <p:cNvPr id="96" name="矩形 95"/>
          <p:cNvSpPr/>
          <p:nvPr/>
        </p:nvSpPr>
        <p:spPr>
          <a:xfrm>
            <a:off x="4283968" y="2492896"/>
            <a:ext cx="8819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  <a:buClr>
                <a:srgbClr val="000000"/>
              </a:buClr>
            </a:pPr>
            <a:r>
              <a:rPr lang="zh-CN" altLang="en-US" b="1" dirty="0">
                <a:solidFill>
                  <a:srgbClr val="0000FF"/>
                </a:solidFill>
              </a:rPr>
              <a:t>真空中</a:t>
            </a:r>
          </a:p>
        </p:txBody>
      </p:sp>
      <p:graphicFrame>
        <p:nvGraphicFramePr>
          <p:cNvPr id="100" name="Object 7"/>
          <p:cNvGraphicFramePr>
            <a:graphicFrameLocks noChangeAspect="1"/>
          </p:cNvGraphicFramePr>
          <p:nvPr/>
        </p:nvGraphicFramePr>
        <p:xfrm>
          <a:off x="4139952" y="5589240"/>
          <a:ext cx="1709796" cy="5040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622080" imgH="203040" progId="Equation.3">
                  <p:embed/>
                </p:oleObj>
              </mc:Choice>
              <mc:Fallback>
                <p:oleObj name="公式" r:id="rId18" imgW="622080" imgH="20304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39952" y="5589240"/>
                        <a:ext cx="1709796" cy="5040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EFC1EE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02" name="直接箭头连接符 101"/>
          <p:cNvCxnSpPr/>
          <p:nvPr/>
        </p:nvCxnSpPr>
        <p:spPr>
          <a:xfrm>
            <a:off x="1547664" y="3068960"/>
            <a:ext cx="648072" cy="1588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236" name="Object 20"/>
          <p:cNvGraphicFramePr>
            <a:graphicFrameLocks noChangeAspect="1"/>
          </p:cNvGraphicFramePr>
          <p:nvPr/>
        </p:nvGraphicFramePr>
        <p:xfrm>
          <a:off x="7668344" y="1124744"/>
          <a:ext cx="1264722" cy="1080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736560" imgH="698400" progId="Equation.3">
                  <p:embed/>
                </p:oleObj>
              </mc:Choice>
              <mc:Fallback>
                <p:oleObj name="Equation" r:id="rId20" imgW="736560" imgH="698400" progId="Equation.3">
                  <p:embed/>
                  <p:pic>
                    <p:nvPicPr>
                      <p:cNvPr id="0" name="Picture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68344" y="1124744"/>
                        <a:ext cx="1264722" cy="108012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37" name="Object 21"/>
          <p:cNvGraphicFramePr>
            <a:graphicFrameLocks noChangeAspect="1"/>
          </p:cNvGraphicFramePr>
          <p:nvPr/>
        </p:nvGraphicFramePr>
        <p:xfrm>
          <a:off x="7380312" y="2492896"/>
          <a:ext cx="1103312" cy="487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850680" imgH="393480" progId="Equation.3">
                  <p:embed/>
                </p:oleObj>
              </mc:Choice>
              <mc:Fallback>
                <p:oleObj name="Equation" r:id="rId22" imgW="850680" imgH="393480" progId="Equation.3">
                  <p:embed/>
                  <p:pic>
                    <p:nvPicPr>
                      <p:cNvPr id="0" name="Picture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80312" y="2492896"/>
                        <a:ext cx="1103312" cy="487362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3399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38" name="Object 22"/>
          <p:cNvGraphicFramePr>
            <a:graphicFrameLocks noChangeAspect="1"/>
          </p:cNvGraphicFramePr>
          <p:nvPr/>
        </p:nvGraphicFramePr>
        <p:xfrm>
          <a:off x="7372673" y="3501455"/>
          <a:ext cx="1119187" cy="487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863280" imgH="393480" progId="Equation.3">
                  <p:embed/>
                </p:oleObj>
              </mc:Choice>
              <mc:Fallback>
                <p:oleObj name="Equation" r:id="rId24" imgW="863280" imgH="393480" progId="Equation.3">
                  <p:embed/>
                  <p:pic>
                    <p:nvPicPr>
                      <p:cNvPr id="0" name="Picture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72673" y="3501455"/>
                        <a:ext cx="1119187" cy="487362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3399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 Box 2"/>
          <p:cNvSpPr txBox="1">
            <a:spLocks noChangeArrowheads="1"/>
          </p:cNvSpPr>
          <p:nvPr/>
        </p:nvSpPr>
        <p:spPr bwMode="auto">
          <a:xfrm>
            <a:off x="494185" y="1653952"/>
            <a:ext cx="1485528" cy="954107"/>
          </a:xfrm>
          <a:prstGeom prst="rect">
            <a:avLst/>
          </a:prstGeom>
          <a:solidFill>
            <a:srgbClr val="FFCCFF"/>
          </a:solidFill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r>
              <a:rPr kumimoji="1" lang="zh-CN" altLang="en-US" sz="2800" b="1" dirty="0">
                <a:latin typeface="Times New Roman" pitchFamily="18" charset="0"/>
                <a:ea typeface="楷体_GB2312" pitchFamily="49" charset="-122"/>
              </a:rPr>
              <a:t>电势</a:t>
            </a:r>
            <a:r>
              <a:rPr kumimoji="1" lang="en-US" altLang="zh-CN" sz="2800" b="1" dirty="0">
                <a:latin typeface="Times New Roman" pitchFamily="18" charset="0"/>
                <a:ea typeface="楷体_GB2312" pitchFamily="49" charset="-122"/>
              </a:rPr>
              <a:t>V</a:t>
            </a:r>
            <a:r>
              <a:rPr kumimoji="1" lang="zh-CN" altLang="en-US" sz="2800" b="1" dirty="0">
                <a:latin typeface="Times New Roman" pitchFamily="18" charset="0"/>
                <a:ea typeface="楷体_GB2312" pitchFamily="49" charset="-122"/>
              </a:rPr>
              <a:t>的计算</a:t>
            </a:r>
          </a:p>
        </p:txBody>
      </p:sp>
      <p:sp>
        <p:nvSpPr>
          <p:cNvPr id="60" name="Text Box 3"/>
          <p:cNvSpPr txBox="1">
            <a:spLocks noChangeArrowheads="1"/>
          </p:cNvSpPr>
          <p:nvPr/>
        </p:nvSpPr>
        <p:spPr bwMode="auto">
          <a:xfrm>
            <a:off x="2771800" y="2636912"/>
            <a:ext cx="1260475" cy="519112"/>
          </a:xfrm>
          <a:prstGeom prst="rect">
            <a:avLst/>
          </a:prstGeom>
          <a:solidFill>
            <a:srgbClr val="FFCCFF"/>
          </a:solidFill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800" b="1" dirty="0">
                <a:latin typeface="Times New Roman" pitchFamily="18" charset="0"/>
                <a:ea typeface="楷体_GB2312" pitchFamily="49" charset="-122"/>
              </a:rPr>
              <a:t>叠加法</a:t>
            </a:r>
          </a:p>
        </p:txBody>
      </p:sp>
      <p:sp>
        <p:nvSpPr>
          <p:cNvPr id="61" name="Text Box 4"/>
          <p:cNvSpPr txBox="1">
            <a:spLocks noChangeArrowheads="1"/>
          </p:cNvSpPr>
          <p:nvPr/>
        </p:nvSpPr>
        <p:spPr bwMode="auto">
          <a:xfrm>
            <a:off x="3059832" y="836712"/>
            <a:ext cx="1266693" cy="523220"/>
          </a:xfrm>
          <a:prstGeom prst="rect">
            <a:avLst/>
          </a:prstGeom>
          <a:solidFill>
            <a:srgbClr val="FFCCFF"/>
          </a:solidFill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800" b="1" dirty="0">
                <a:latin typeface="Times New Roman" pitchFamily="18" charset="0"/>
                <a:ea typeface="楷体_GB2312" pitchFamily="49" charset="-122"/>
              </a:rPr>
              <a:t>定义法</a:t>
            </a:r>
          </a:p>
        </p:txBody>
      </p:sp>
      <p:sp>
        <p:nvSpPr>
          <p:cNvPr id="64" name="Line 6"/>
          <p:cNvSpPr>
            <a:spLocks noChangeShapeType="1"/>
          </p:cNvSpPr>
          <p:nvPr/>
        </p:nvSpPr>
        <p:spPr bwMode="auto">
          <a:xfrm flipV="1">
            <a:off x="1979712" y="1412776"/>
            <a:ext cx="1080120" cy="673224"/>
          </a:xfrm>
          <a:prstGeom prst="line">
            <a:avLst/>
          </a:prstGeom>
          <a:noFill/>
          <a:ln w="12700">
            <a:solidFill>
              <a:schemeClr val="hlink"/>
            </a:solidFill>
            <a:round/>
            <a:headEnd type="none" w="sm" len="sm"/>
            <a:tailEnd type="triangle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" name="Line 12"/>
          <p:cNvSpPr>
            <a:spLocks noChangeShapeType="1"/>
          </p:cNvSpPr>
          <p:nvPr/>
        </p:nvSpPr>
        <p:spPr bwMode="auto">
          <a:xfrm>
            <a:off x="1979712" y="2276872"/>
            <a:ext cx="838200" cy="685800"/>
          </a:xfrm>
          <a:prstGeom prst="line">
            <a:avLst/>
          </a:prstGeom>
          <a:noFill/>
          <a:ln w="12700">
            <a:solidFill>
              <a:schemeClr val="hlink"/>
            </a:solidFill>
            <a:round/>
            <a:headEnd type="none" w="sm" len="sm"/>
            <a:tailEnd type="triangle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" name="AutoShape 13"/>
          <p:cNvSpPr>
            <a:spLocks noChangeArrowheads="1"/>
          </p:cNvSpPr>
          <p:nvPr/>
        </p:nvSpPr>
        <p:spPr bwMode="auto">
          <a:xfrm>
            <a:off x="4427984" y="980728"/>
            <a:ext cx="533400" cy="76200"/>
          </a:xfrm>
          <a:prstGeom prst="rightArrow">
            <a:avLst>
              <a:gd name="adj1" fmla="val 50000"/>
              <a:gd name="adj2" fmla="val 175000"/>
            </a:avLst>
          </a:prstGeom>
          <a:solidFill>
            <a:schemeClr val="tx2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" name="AutoShape 14"/>
          <p:cNvSpPr>
            <a:spLocks noChangeArrowheads="1"/>
          </p:cNvSpPr>
          <p:nvPr/>
        </p:nvSpPr>
        <p:spPr bwMode="auto">
          <a:xfrm>
            <a:off x="4067944" y="2852936"/>
            <a:ext cx="533400" cy="76200"/>
          </a:xfrm>
          <a:prstGeom prst="rightArrow">
            <a:avLst>
              <a:gd name="adj1" fmla="val 50000"/>
              <a:gd name="adj2" fmla="val 175000"/>
            </a:avLst>
          </a:prstGeom>
          <a:solidFill>
            <a:schemeClr val="tx2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" name="Group 16"/>
          <p:cNvGrpSpPr>
            <a:grpSpLocks/>
          </p:cNvGrpSpPr>
          <p:nvPr/>
        </p:nvGrpSpPr>
        <p:grpSpPr bwMode="auto">
          <a:xfrm>
            <a:off x="2555776" y="476672"/>
            <a:ext cx="833438" cy="762000"/>
            <a:chOff x="397" y="211"/>
            <a:chExt cx="525" cy="480"/>
          </a:xfrm>
        </p:grpSpPr>
        <p:sp>
          <p:nvSpPr>
            <p:cNvPr id="75" name="Freeform 17"/>
            <p:cNvSpPr>
              <a:spLocks/>
            </p:cNvSpPr>
            <p:nvPr/>
          </p:nvSpPr>
          <p:spPr bwMode="gray">
            <a:xfrm>
              <a:off x="397" y="211"/>
              <a:ext cx="525" cy="480"/>
            </a:xfrm>
            <a:custGeom>
              <a:avLst/>
              <a:gdLst/>
              <a:ahLst/>
              <a:cxnLst>
                <a:cxn ang="0">
                  <a:pos x="225" y="217"/>
                </a:cxn>
                <a:cxn ang="0">
                  <a:pos x="133" y="0"/>
                </a:cxn>
                <a:cxn ang="0">
                  <a:pos x="263" y="193"/>
                </a:cxn>
                <a:cxn ang="0">
                  <a:pos x="393" y="0"/>
                </a:cxn>
                <a:cxn ang="0">
                  <a:pos x="299" y="217"/>
                </a:cxn>
                <a:cxn ang="0">
                  <a:pos x="524" y="240"/>
                </a:cxn>
                <a:cxn ang="0">
                  <a:pos x="298" y="262"/>
                </a:cxn>
                <a:cxn ang="0">
                  <a:pos x="393" y="479"/>
                </a:cxn>
                <a:cxn ang="0">
                  <a:pos x="263" y="286"/>
                </a:cxn>
                <a:cxn ang="0">
                  <a:pos x="133" y="479"/>
                </a:cxn>
                <a:cxn ang="0">
                  <a:pos x="224" y="263"/>
                </a:cxn>
                <a:cxn ang="0">
                  <a:pos x="0" y="240"/>
                </a:cxn>
                <a:cxn ang="0">
                  <a:pos x="225" y="217"/>
                </a:cxn>
              </a:cxnLst>
              <a:rect l="0" t="0" r="r" b="b"/>
              <a:pathLst>
                <a:path w="525" h="480">
                  <a:moveTo>
                    <a:pt x="225" y="217"/>
                  </a:moveTo>
                  <a:lnTo>
                    <a:pt x="133" y="0"/>
                  </a:lnTo>
                  <a:lnTo>
                    <a:pt x="263" y="193"/>
                  </a:lnTo>
                  <a:lnTo>
                    <a:pt x="393" y="0"/>
                  </a:lnTo>
                  <a:lnTo>
                    <a:pt x="299" y="217"/>
                  </a:lnTo>
                  <a:lnTo>
                    <a:pt x="524" y="240"/>
                  </a:lnTo>
                  <a:lnTo>
                    <a:pt x="298" y="262"/>
                  </a:lnTo>
                  <a:lnTo>
                    <a:pt x="393" y="479"/>
                  </a:lnTo>
                  <a:lnTo>
                    <a:pt x="263" y="286"/>
                  </a:lnTo>
                  <a:lnTo>
                    <a:pt x="133" y="479"/>
                  </a:lnTo>
                  <a:lnTo>
                    <a:pt x="224" y="263"/>
                  </a:lnTo>
                  <a:lnTo>
                    <a:pt x="0" y="240"/>
                  </a:lnTo>
                  <a:lnTo>
                    <a:pt x="225" y="217"/>
                  </a:lnTo>
                </a:path>
              </a:pathLst>
            </a:custGeom>
            <a:gradFill rotWithShape="0">
              <a:gsLst>
                <a:gs pos="0">
                  <a:srgbClr val="FF6600"/>
                </a:gs>
                <a:gs pos="100000">
                  <a:srgbClr val="FFFFFF"/>
                </a:gs>
              </a:gsLst>
              <a:path path="rect">
                <a:fillToRect l="50000" t="50000" r="50000" b="50000"/>
              </a:path>
            </a:gradFill>
            <a:ln w="9525" cap="rnd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" name="Freeform 18"/>
            <p:cNvSpPr>
              <a:spLocks/>
            </p:cNvSpPr>
            <p:nvPr/>
          </p:nvSpPr>
          <p:spPr bwMode="gray">
            <a:xfrm>
              <a:off x="469" y="276"/>
              <a:ext cx="382" cy="350"/>
            </a:xfrm>
            <a:custGeom>
              <a:avLst/>
              <a:gdLst/>
              <a:ahLst/>
              <a:cxnLst>
                <a:cxn ang="0">
                  <a:pos x="153" y="153"/>
                </a:cxn>
                <a:cxn ang="0">
                  <a:pos x="95" y="0"/>
                </a:cxn>
                <a:cxn ang="0">
                  <a:pos x="191" y="128"/>
                </a:cxn>
                <a:cxn ang="0">
                  <a:pos x="284" y="0"/>
                </a:cxn>
                <a:cxn ang="0">
                  <a:pos x="227" y="153"/>
                </a:cxn>
                <a:cxn ang="0">
                  <a:pos x="381" y="175"/>
                </a:cxn>
                <a:cxn ang="0">
                  <a:pos x="226" y="196"/>
                </a:cxn>
                <a:cxn ang="0">
                  <a:pos x="284" y="349"/>
                </a:cxn>
                <a:cxn ang="0">
                  <a:pos x="191" y="221"/>
                </a:cxn>
                <a:cxn ang="0">
                  <a:pos x="95" y="349"/>
                </a:cxn>
                <a:cxn ang="0">
                  <a:pos x="152" y="198"/>
                </a:cxn>
                <a:cxn ang="0">
                  <a:pos x="0" y="175"/>
                </a:cxn>
                <a:cxn ang="0">
                  <a:pos x="153" y="153"/>
                </a:cxn>
              </a:cxnLst>
              <a:rect l="0" t="0" r="r" b="b"/>
              <a:pathLst>
                <a:path w="382" h="350">
                  <a:moveTo>
                    <a:pt x="153" y="153"/>
                  </a:moveTo>
                  <a:lnTo>
                    <a:pt x="95" y="0"/>
                  </a:lnTo>
                  <a:lnTo>
                    <a:pt x="191" y="128"/>
                  </a:lnTo>
                  <a:lnTo>
                    <a:pt x="284" y="0"/>
                  </a:lnTo>
                  <a:lnTo>
                    <a:pt x="227" y="153"/>
                  </a:lnTo>
                  <a:lnTo>
                    <a:pt x="381" y="175"/>
                  </a:lnTo>
                  <a:lnTo>
                    <a:pt x="226" y="196"/>
                  </a:lnTo>
                  <a:lnTo>
                    <a:pt x="284" y="349"/>
                  </a:lnTo>
                  <a:lnTo>
                    <a:pt x="191" y="221"/>
                  </a:lnTo>
                  <a:lnTo>
                    <a:pt x="95" y="349"/>
                  </a:lnTo>
                  <a:lnTo>
                    <a:pt x="152" y="198"/>
                  </a:lnTo>
                  <a:lnTo>
                    <a:pt x="0" y="175"/>
                  </a:lnTo>
                  <a:lnTo>
                    <a:pt x="153" y="153"/>
                  </a:lnTo>
                </a:path>
              </a:pathLst>
            </a:custGeom>
            <a:gradFill rotWithShape="0">
              <a:gsLst>
                <a:gs pos="0">
                  <a:srgbClr val="FF6600"/>
                </a:gs>
                <a:gs pos="100000">
                  <a:srgbClr val="FFFFFF"/>
                </a:gs>
              </a:gsLst>
              <a:path path="rect">
                <a:fillToRect l="50000" t="50000" r="50000" b="50000"/>
              </a:path>
            </a:gradFill>
            <a:ln w="9525" cap="rnd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" name="Freeform 19"/>
            <p:cNvSpPr>
              <a:spLocks/>
            </p:cNvSpPr>
            <p:nvPr/>
          </p:nvSpPr>
          <p:spPr bwMode="gray">
            <a:xfrm>
              <a:off x="525" y="285"/>
              <a:ext cx="270" cy="332"/>
            </a:xfrm>
            <a:custGeom>
              <a:avLst/>
              <a:gdLst/>
              <a:ahLst/>
              <a:cxnLst>
                <a:cxn ang="0">
                  <a:pos x="0" y="84"/>
                </a:cxn>
                <a:cxn ang="0">
                  <a:pos x="122" y="143"/>
                </a:cxn>
                <a:cxn ang="0">
                  <a:pos x="135" y="0"/>
                </a:cxn>
                <a:cxn ang="0">
                  <a:pos x="147" y="143"/>
                </a:cxn>
                <a:cxn ang="0">
                  <a:pos x="268" y="82"/>
                </a:cxn>
                <a:cxn ang="0">
                  <a:pos x="159" y="166"/>
                </a:cxn>
                <a:cxn ang="0">
                  <a:pos x="269" y="249"/>
                </a:cxn>
                <a:cxn ang="0">
                  <a:pos x="147" y="189"/>
                </a:cxn>
                <a:cxn ang="0">
                  <a:pos x="135" y="331"/>
                </a:cxn>
                <a:cxn ang="0">
                  <a:pos x="122" y="189"/>
                </a:cxn>
                <a:cxn ang="0">
                  <a:pos x="0" y="249"/>
                </a:cxn>
                <a:cxn ang="0">
                  <a:pos x="110" y="166"/>
                </a:cxn>
                <a:cxn ang="0">
                  <a:pos x="0" y="84"/>
                </a:cxn>
              </a:cxnLst>
              <a:rect l="0" t="0" r="r" b="b"/>
              <a:pathLst>
                <a:path w="270" h="332">
                  <a:moveTo>
                    <a:pt x="0" y="84"/>
                  </a:moveTo>
                  <a:lnTo>
                    <a:pt x="122" y="143"/>
                  </a:lnTo>
                  <a:lnTo>
                    <a:pt x="135" y="0"/>
                  </a:lnTo>
                  <a:lnTo>
                    <a:pt x="147" y="143"/>
                  </a:lnTo>
                  <a:lnTo>
                    <a:pt x="268" y="82"/>
                  </a:lnTo>
                  <a:lnTo>
                    <a:pt x="159" y="166"/>
                  </a:lnTo>
                  <a:lnTo>
                    <a:pt x="269" y="249"/>
                  </a:lnTo>
                  <a:lnTo>
                    <a:pt x="147" y="189"/>
                  </a:lnTo>
                  <a:lnTo>
                    <a:pt x="135" y="331"/>
                  </a:lnTo>
                  <a:lnTo>
                    <a:pt x="122" y="189"/>
                  </a:lnTo>
                  <a:lnTo>
                    <a:pt x="0" y="249"/>
                  </a:lnTo>
                  <a:lnTo>
                    <a:pt x="110" y="166"/>
                  </a:lnTo>
                  <a:lnTo>
                    <a:pt x="0" y="84"/>
                  </a:lnTo>
                </a:path>
              </a:pathLst>
            </a:custGeom>
            <a:gradFill rotWithShape="0">
              <a:gsLst>
                <a:gs pos="0">
                  <a:srgbClr val="FF6600"/>
                </a:gs>
                <a:gs pos="100000">
                  <a:srgbClr val="FFFFFF"/>
                </a:gs>
              </a:gsLst>
              <a:path path="rect">
                <a:fillToRect l="50000" t="50000" r="50000" b="50000"/>
              </a:path>
            </a:gradFill>
            <a:ln w="9525" cap="rnd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" name="Freeform 20"/>
            <p:cNvSpPr>
              <a:spLocks/>
            </p:cNvSpPr>
            <p:nvPr/>
          </p:nvSpPr>
          <p:spPr bwMode="gray">
            <a:xfrm>
              <a:off x="626" y="408"/>
              <a:ext cx="68" cy="85"/>
            </a:xfrm>
            <a:custGeom>
              <a:avLst/>
              <a:gdLst/>
              <a:ahLst/>
              <a:cxnLst>
                <a:cxn ang="0">
                  <a:pos x="0" y="20"/>
                </a:cxn>
                <a:cxn ang="0">
                  <a:pos x="27" y="30"/>
                </a:cxn>
                <a:cxn ang="0">
                  <a:pos x="33" y="0"/>
                </a:cxn>
                <a:cxn ang="0">
                  <a:pos x="39" y="30"/>
                </a:cxn>
                <a:cxn ang="0">
                  <a:pos x="67" y="20"/>
                </a:cxn>
                <a:cxn ang="0">
                  <a:pos x="45" y="42"/>
                </a:cxn>
                <a:cxn ang="0">
                  <a:pos x="67" y="62"/>
                </a:cxn>
                <a:cxn ang="0">
                  <a:pos x="39" y="52"/>
                </a:cxn>
                <a:cxn ang="0">
                  <a:pos x="33" y="84"/>
                </a:cxn>
                <a:cxn ang="0">
                  <a:pos x="27" y="52"/>
                </a:cxn>
                <a:cxn ang="0">
                  <a:pos x="0" y="62"/>
                </a:cxn>
                <a:cxn ang="0">
                  <a:pos x="21" y="42"/>
                </a:cxn>
                <a:cxn ang="0">
                  <a:pos x="0" y="20"/>
                </a:cxn>
              </a:cxnLst>
              <a:rect l="0" t="0" r="r" b="b"/>
              <a:pathLst>
                <a:path w="68" h="85">
                  <a:moveTo>
                    <a:pt x="0" y="20"/>
                  </a:moveTo>
                  <a:lnTo>
                    <a:pt x="27" y="30"/>
                  </a:lnTo>
                  <a:lnTo>
                    <a:pt x="33" y="0"/>
                  </a:lnTo>
                  <a:lnTo>
                    <a:pt x="39" y="30"/>
                  </a:lnTo>
                  <a:lnTo>
                    <a:pt x="67" y="20"/>
                  </a:lnTo>
                  <a:lnTo>
                    <a:pt x="45" y="42"/>
                  </a:lnTo>
                  <a:lnTo>
                    <a:pt x="67" y="62"/>
                  </a:lnTo>
                  <a:lnTo>
                    <a:pt x="39" y="52"/>
                  </a:lnTo>
                  <a:lnTo>
                    <a:pt x="33" y="84"/>
                  </a:lnTo>
                  <a:lnTo>
                    <a:pt x="27" y="52"/>
                  </a:lnTo>
                  <a:lnTo>
                    <a:pt x="0" y="62"/>
                  </a:lnTo>
                  <a:lnTo>
                    <a:pt x="21" y="42"/>
                  </a:lnTo>
                  <a:lnTo>
                    <a:pt x="0" y="20"/>
                  </a:lnTo>
                </a:path>
              </a:pathLst>
            </a:custGeom>
            <a:gradFill rotWithShape="0">
              <a:gsLst>
                <a:gs pos="0">
                  <a:srgbClr val="FF6600"/>
                </a:gs>
                <a:gs pos="100000">
                  <a:srgbClr val="FFFFFF"/>
                </a:gs>
              </a:gsLst>
              <a:path path="rect">
                <a:fillToRect l="50000" t="50000" r="50000" b="50000"/>
              </a:path>
            </a:gradFill>
            <a:ln w="9525" cap="rnd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4099" name="Object 3"/>
          <p:cNvGraphicFramePr>
            <a:graphicFrameLocks noChangeAspect="1"/>
          </p:cNvGraphicFramePr>
          <p:nvPr/>
        </p:nvGraphicFramePr>
        <p:xfrm>
          <a:off x="5004048" y="620688"/>
          <a:ext cx="2763837" cy="849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50680" imgH="291960" progId="Equation.3">
                  <p:embed/>
                </p:oleObj>
              </mc:Choice>
              <mc:Fallback>
                <p:oleObj name="Equation" r:id="rId2" imgW="850680" imgH="29196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4048" y="620688"/>
                        <a:ext cx="2763837" cy="849312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7" name="Object 5"/>
          <p:cNvGraphicFramePr>
            <a:graphicFrameLocks noChangeAspect="1"/>
          </p:cNvGraphicFramePr>
          <p:nvPr/>
        </p:nvGraphicFramePr>
        <p:xfrm>
          <a:off x="5004048" y="1844824"/>
          <a:ext cx="2286000" cy="1119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65160" imgH="444240" progId="Equation.3">
                  <p:embed/>
                </p:oleObj>
              </mc:Choice>
              <mc:Fallback>
                <p:oleObj name="Equation" r:id="rId4" imgW="965160" imgH="44424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4048" y="1844824"/>
                        <a:ext cx="2286000" cy="1119187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rgbClr val="009999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9" name="Object 3"/>
          <p:cNvGraphicFramePr>
            <a:graphicFrameLocks noChangeAspect="1"/>
          </p:cNvGraphicFramePr>
          <p:nvPr/>
        </p:nvGraphicFramePr>
        <p:xfrm>
          <a:off x="5076056" y="3429000"/>
          <a:ext cx="2384425" cy="1081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952200" imgH="431640" progId="Equation.3">
                  <p:embed/>
                </p:oleObj>
              </mc:Choice>
              <mc:Fallback>
                <p:oleObj name="Equation" r:id="rId6" imgW="952200" imgH="431640" progId="Equation.3">
                  <p:embed/>
                  <p:pic>
                    <p:nvPicPr>
                      <p:cNvPr id="0" name="Picture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6056" y="3429000"/>
                        <a:ext cx="2384425" cy="1081087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chemeClr val="accent1"/>
                          </a:gs>
                          <a:gs pos="50000">
                            <a:srgbClr val="FFFFFF"/>
                          </a:gs>
                          <a:gs pos="100000">
                            <a:schemeClr val="accent1"/>
                          </a:gs>
                        </a:gsLst>
                        <a:lin ang="5400000" scaled="1"/>
                      </a:gradFill>
                      <a:ln w="12700">
                        <a:solidFill>
                          <a:srgbClr val="009999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" name="Rectangle 10"/>
          <p:cNvSpPr>
            <a:spLocks noChangeArrowheads="1"/>
          </p:cNvSpPr>
          <p:nvPr/>
        </p:nvSpPr>
        <p:spPr bwMode="auto">
          <a:xfrm>
            <a:off x="323528" y="5517232"/>
            <a:ext cx="401955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kumimoji="0" lang="zh-CN" altLang="en-US" sz="2800" b="1" dirty="0"/>
              <a:t>均匀带电球面的电势</a:t>
            </a:r>
          </a:p>
        </p:txBody>
      </p:sp>
      <p:graphicFrame>
        <p:nvGraphicFramePr>
          <p:cNvPr id="22543" name="Object 15"/>
          <p:cNvGraphicFramePr>
            <a:graphicFrameLocks noChangeAspect="1"/>
          </p:cNvGraphicFramePr>
          <p:nvPr/>
        </p:nvGraphicFramePr>
        <p:xfrm>
          <a:off x="3779912" y="4797152"/>
          <a:ext cx="3051175" cy="175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600200" imgH="914400" progId="Equation.3">
                  <p:embed/>
                </p:oleObj>
              </mc:Choice>
              <mc:Fallback>
                <p:oleObj name="Equation" r:id="rId8" imgW="1600200" imgH="914400" progId="Equation.3">
                  <p:embed/>
                  <p:pic>
                    <p:nvPicPr>
                      <p:cNvPr id="0" name="Picture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9912" y="4797152"/>
                        <a:ext cx="3051175" cy="175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" name="左大括号 44"/>
          <p:cNvSpPr/>
          <p:nvPr/>
        </p:nvSpPr>
        <p:spPr>
          <a:xfrm>
            <a:off x="4644008" y="2276872"/>
            <a:ext cx="360040" cy="1440160"/>
          </a:xfrm>
          <a:prstGeom prst="leftBrace">
            <a:avLst>
              <a:gd name="adj1" fmla="val 8333"/>
              <a:gd name="adj2" fmla="val 50000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 dirty="0">
              <a:solidFill>
                <a:srgbClr val="FF0000"/>
              </a:solidFill>
              <a:latin typeface="楷体" pitchFamily="49" charset="-122"/>
              <a:ea typeface="楷体" pitchFamily="49" charset="-122"/>
            </a:endParaRPr>
          </a:p>
        </p:txBody>
      </p:sp>
      <p:graphicFrame>
        <p:nvGraphicFramePr>
          <p:cNvPr id="22547" name="Object 19"/>
          <p:cNvGraphicFramePr>
            <a:graphicFrameLocks noChangeAspect="1"/>
          </p:cNvGraphicFramePr>
          <p:nvPr/>
        </p:nvGraphicFramePr>
        <p:xfrm>
          <a:off x="7596336" y="3501008"/>
          <a:ext cx="1265238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736560" imgH="698400" progId="Equation.3">
                  <p:embed/>
                </p:oleObj>
              </mc:Choice>
              <mc:Fallback>
                <p:oleObj name="Equation" r:id="rId10" imgW="736560" imgH="698400" progId="Equation.3">
                  <p:embed/>
                  <p:pic>
                    <p:nvPicPr>
                      <p:cNvPr id="0" name="Picture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96336" y="3501008"/>
                        <a:ext cx="1265238" cy="107950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" name="Text Box 7"/>
          <p:cNvSpPr txBox="1">
            <a:spLocks noChangeArrowheads="1"/>
          </p:cNvSpPr>
          <p:nvPr/>
        </p:nvSpPr>
        <p:spPr bwMode="auto">
          <a:xfrm>
            <a:off x="4139952" y="1412776"/>
            <a:ext cx="482453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zh-CN" altLang="en-US" sz="2000" b="1" dirty="0">
                <a:solidFill>
                  <a:srgbClr val="CC0000"/>
                </a:solidFill>
                <a:latin typeface="宋体" charset="-122"/>
              </a:rPr>
              <a:t>有限大</a:t>
            </a:r>
            <a:r>
              <a:rPr kumimoji="1" lang="zh-CN" altLang="en-US" sz="2000" b="1" dirty="0">
                <a:latin typeface="宋体" charset="-122"/>
              </a:rPr>
              <a:t>带电体，选</a:t>
            </a:r>
            <a:r>
              <a:rPr kumimoji="1" lang="zh-CN" altLang="en-US" sz="2000" b="1" dirty="0">
                <a:solidFill>
                  <a:srgbClr val="CC0000"/>
                </a:solidFill>
                <a:latin typeface="宋体" charset="-122"/>
              </a:rPr>
              <a:t>无限远</a:t>
            </a:r>
            <a:r>
              <a:rPr kumimoji="1" lang="zh-CN" altLang="en-US" sz="2000" b="1" dirty="0">
                <a:latin typeface="宋体" charset="-122"/>
              </a:rPr>
              <a:t>处电势为零</a:t>
            </a:r>
            <a:r>
              <a:rPr kumimoji="1" lang="en-US" altLang="zh-CN" sz="2000" b="1" dirty="0">
                <a:latin typeface="宋体" charset="-122"/>
              </a:rPr>
              <a:t>.</a:t>
            </a:r>
          </a:p>
        </p:txBody>
      </p:sp>
      <p:sp>
        <p:nvSpPr>
          <p:cNvPr id="22" name="Text Box 9"/>
          <p:cNvSpPr txBox="1">
            <a:spLocks noChangeArrowheads="1"/>
          </p:cNvSpPr>
          <p:nvPr/>
        </p:nvSpPr>
        <p:spPr bwMode="auto">
          <a:xfrm>
            <a:off x="251521" y="4221088"/>
            <a:ext cx="2304256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FF3300"/>
                </a:solidFill>
                <a:ea typeface="楷体_GB2312" pitchFamily="49" charset="-122"/>
              </a:rPr>
              <a:t>点电荷的电势分布</a:t>
            </a:r>
            <a:endParaRPr lang="en-US" altLang="zh-CN" sz="2800" b="1" dirty="0">
              <a:solidFill>
                <a:srgbClr val="FF33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23" name="Object 14"/>
          <p:cNvGraphicFramePr>
            <a:graphicFrameLocks noChangeAspect="1"/>
          </p:cNvGraphicFramePr>
          <p:nvPr/>
        </p:nvGraphicFramePr>
        <p:xfrm>
          <a:off x="2267744" y="4221088"/>
          <a:ext cx="1614487" cy="962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723600" imgH="431640" progId="Equation.3">
                  <p:embed/>
                </p:oleObj>
              </mc:Choice>
              <mc:Fallback>
                <p:oleObj name="公式" r:id="rId12" imgW="723600" imgH="43164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7744" y="4221088"/>
                        <a:ext cx="1614487" cy="962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9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utoUpdateAnimBg="0"/>
      <p:bldP spid="47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 Box 2"/>
          <p:cNvSpPr txBox="1">
            <a:spLocks noChangeArrowheads="1"/>
          </p:cNvSpPr>
          <p:nvPr/>
        </p:nvSpPr>
        <p:spPr bwMode="auto">
          <a:xfrm>
            <a:off x="494185" y="1653952"/>
            <a:ext cx="1485528" cy="1384995"/>
          </a:xfrm>
          <a:prstGeom prst="rect">
            <a:avLst/>
          </a:prstGeom>
          <a:solidFill>
            <a:srgbClr val="FFCCFF"/>
          </a:solidFill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r>
              <a:rPr kumimoji="1" lang="zh-CN" altLang="en-US" sz="2800" b="1" dirty="0">
                <a:latin typeface="Times New Roman" pitchFamily="18" charset="0"/>
                <a:ea typeface="楷体_GB2312" pitchFamily="49" charset="-122"/>
              </a:rPr>
              <a:t>静电场能量</a:t>
            </a:r>
            <a:r>
              <a:rPr kumimoji="1" lang="en-US" altLang="zh-CN" sz="2800" b="1" dirty="0">
                <a:latin typeface="Times New Roman" pitchFamily="18" charset="0"/>
                <a:ea typeface="楷体_GB2312" pitchFamily="49" charset="-122"/>
              </a:rPr>
              <a:t>W</a:t>
            </a:r>
            <a:r>
              <a:rPr kumimoji="1" lang="en-US" altLang="zh-CN" sz="2800" b="1" baseline="-25000" dirty="0">
                <a:latin typeface="Times New Roman" pitchFamily="18" charset="0"/>
                <a:ea typeface="楷体_GB2312" pitchFamily="49" charset="-122"/>
              </a:rPr>
              <a:t>e</a:t>
            </a:r>
            <a:r>
              <a:rPr kumimoji="1" lang="zh-CN" altLang="en-US" sz="2800" b="1" dirty="0">
                <a:latin typeface="Times New Roman" pitchFamily="18" charset="0"/>
                <a:ea typeface="楷体_GB2312" pitchFamily="49" charset="-122"/>
              </a:rPr>
              <a:t>的计算</a:t>
            </a:r>
          </a:p>
        </p:txBody>
      </p:sp>
      <p:sp>
        <p:nvSpPr>
          <p:cNvPr id="60" name="Text Box 3"/>
          <p:cNvSpPr txBox="1">
            <a:spLocks noChangeArrowheads="1"/>
          </p:cNvSpPr>
          <p:nvPr/>
        </p:nvSpPr>
        <p:spPr bwMode="auto">
          <a:xfrm>
            <a:off x="2627784" y="3789040"/>
            <a:ext cx="3430747" cy="523220"/>
          </a:xfrm>
          <a:prstGeom prst="rect">
            <a:avLst/>
          </a:prstGeom>
          <a:solidFill>
            <a:srgbClr val="FFCCFF"/>
          </a:solidFill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800" b="1" dirty="0">
                <a:latin typeface="Times New Roman" pitchFamily="18" charset="0"/>
                <a:ea typeface="楷体_GB2312" pitchFamily="49" charset="-122"/>
              </a:rPr>
              <a:t>按电容器的能量公式</a:t>
            </a:r>
          </a:p>
        </p:txBody>
      </p:sp>
      <p:sp>
        <p:nvSpPr>
          <p:cNvPr id="61" name="Text Box 4"/>
          <p:cNvSpPr txBox="1">
            <a:spLocks noChangeArrowheads="1"/>
          </p:cNvSpPr>
          <p:nvPr/>
        </p:nvSpPr>
        <p:spPr bwMode="auto">
          <a:xfrm>
            <a:off x="2843808" y="764704"/>
            <a:ext cx="2709396" cy="523220"/>
          </a:xfrm>
          <a:prstGeom prst="rect">
            <a:avLst/>
          </a:prstGeom>
          <a:solidFill>
            <a:srgbClr val="FFCCFF"/>
          </a:solidFill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800" b="1" dirty="0">
                <a:latin typeface="Times New Roman" pitchFamily="18" charset="0"/>
                <a:ea typeface="楷体_GB2312" pitchFamily="49" charset="-122"/>
              </a:rPr>
              <a:t>按能量密度公式</a:t>
            </a:r>
          </a:p>
        </p:txBody>
      </p:sp>
      <p:sp>
        <p:nvSpPr>
          <p:cNvPr id="64" name="Line 6"/>
          <p:cNvSpPr>
            <a:spLocks noChangeShapeType="1"/>
          </p:cNvSpPr>
          <p:nvPr/>
        </p:nvSpPr>
        <p:spPr bwMode="auto">
          <a:xfrm flipV="1">
            <a:off x="1907704" y="1268760"/>
            <a:ext cx="1008112" cy="889248"/>
          </a:xfrm>
          <a:prstGeom prst="line">
            <a:avLst/>
          </a:prstGeom>
          <a:noFill/>
          <a:ln w="12700">
            <a:solidFill>
              <a:schemeClr val="hlink"/>
            </a:solidFill>
            <a:round/>
            <a:headEnd type="none" w="sm" len="sm"/>
            <a:tailEnd type="triangle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" name="Line 12"/>
          <p:cNvSpPr>
            <a:spLocks noChangeShapeType="1"/>
          </p:cNvSpPr>
          <p:nvPr/>
        </p:nvSpPr>
        <p:spPr bwMode="auto">
          <a:xfrm>
            <a:off x="1835696" y="2924944"/>
            <a:ext cx="838200" cy="685800"/>
          </a:xfrm>
          <a:prstGeom prst="line">
            <a:avLst/>
          </a:prstGeom>
          <a:noFill/>
          <a:ln w="12700">
            <a:solidFill>
              <a:schemeClr val="hlink"/>
            </a:solidFill>
            <a:round/>
            <a:headEnd type="none" w="sm" len="sm"/>
            <a:tailEnd type="triangle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7656" name="Object 8"/>
          <p:cNvGraphicFramePr>
            <a:graphicFrameLocks noChangeAspect="1"/>
          </p:cNvGraphicFramePr>
          <p:nvPr/>
        </p:nvGraphicFramePr>
        <p:xfrm>
          <a:off x="3635896" y="1196752"/>
          <a:ext cx="3206502" cy="923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47560" imgH="380880" progId="Equation.3">
                  <p:embed/>
                </p:oleObj>
              </mc:Choice>
              <mc:Fallback>
                <p:oleObj name="Equation" r:id="rId2" imgW="1447560" imgH="38088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5896" y="1196752"/>
                        <a:ext cx="3206502" cy="923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66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0000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右箭头 25"/>
          <p:cNvSpPr/>
          <p:nvPr/>
        </p:nvSpPr>
        <p:spPr>
          <a:xfrm>
            <a:off x="3275856" y="2492896"/>
            <a:ext cx="432048" cy="144016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27659" name="Object 8"/>
          <p:cNvGraphicFramePr>
            <a:graphicFrameLocks noChangeAspect="1"/>
          </p:cNvGraphicFramePr>
          <p:nvPr/>
        </p:nvGraphicFramePr>
        <p:xfrm>
          <a:off x="3059832" y="4653136"/>
          <a:ext cx="3671888" cy="893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752480" imgH="419040" progId="">
                  <p:embed/>
                </p:oleObj>
              </mc:Choice>
              <mc:Fallback>
                <p:oleObj name="Equation" r:id="rId4" imgW="1752480" imgH="419040" progId="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832" y="4653136"/>
                        <a:ext cx="3671888" cy="8937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06" name="Object 38"/>
          <p:cNvGraphicFramePr>
            <a:graphicFrameLocks noChangeAspect="1"/>
          </p:cNvGraphicFramePr>
          <p:nvPr/>
        </p:nvGraphicFramePr>
        <p:xfrm>
          <a:off x="3995936" y="2204864"/>
          <a:ext cx="2714625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028520" imgH="393480" progId="Equation.3">
                  <p:embed/>
                </p:oleObj>
              </mc:Choice>
              <mc:Fallback>
                <p:oleObj name="Equation" r:id="rId6" imgW="1028520" imgH="393480" progId="Equation.3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5936" y="2204864"/>
                        <a:ext cx="2714625" cy="1006475"/>
                      </a:xfrm>
                      <a:prstGeom prst="rect">
                        <a:avLst/>
                      </a:prstGeom>
                      <a:noFill/>
                      <a:ln w="31750">
                        <a:solidFill>
                          <a:srgbClr val="FF33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9" name="Group 16"/>
          <p:cNvGrpSpPr>
            <a:grpSpLocks/>
          </p:cNvGrpSpPr>
          <p:nvPr/>
        </p:nvGrpSpPr>
        <p:grpSpPr bwMode="auto">
          <a:xfrm>
            <a:off x="2123728" y="332656"/>
            <a:ext cx="833438" cy="762000"/>
            <a:chOff x="397" y="211"/>
            <a:chExt cx="525" cy="480"/>
          </a:xfrm>
        </p:grpSpPr>
        <p:sp>
          <p:nvSpPr>
            <p:cNvPr id="30" name="Freeform 17"/>
            <p:cNvSpPr>
              <a:spLocks/>
            </p:cNvSpPr>
            <p:nvPr/>
          </p:nvSpPr>
          <p:spPr bwMode="gray">
            <a:xfrm>
              <a:off x="397" y="211"/>
              <a:ext cx="525" cy="480"/>
            </a:xfrm>
            <a:custGeom>
              <a:avLst/>
              <a:gdLst/>
              <a:ahLst/>
              <a:cxnLst>
                <a:cxn ang="0">
                  <a:pos x="225" y="217"/>
                </a:cxn>
                <a:cxn ang="0">
                  <a:pos x="133" y="0"/>
                </a:cxn>
                <a:cxn ang="0">
                  <a:pos x="263" y="193"/>
                </a:cxn>
                <a:cxn ang="0">
                  <a:pos x="393" y="0"/>
                </a:cxn>
                <a:cxn ang="0">
                  <a:pos x="299" y="217"/>
                </a:cxn>
                <a:cxn ang="0">
                  <a:pos x="524" y="240"/>
                </a:cxn>
                <a:cxn ang="0">
                  <a:pos x="298" y="262"/>
                </a:cxn>
                <a:cxn ang="0">
                  <a:pos x="393" y="479"/>
                </a:cxn>
                <a:cxn ang="0">
                  <a:pos x="263" y="286"/>
                </a:cxn>
                <a:cxn ang="0">
                  <a:pos x="133" y="479"/>
                </a:cxn>
                <a:cxn ang="0">
                  <a:pos x="224" y="263"/>
                </a:cxn>
                <a:cxn ang="0">
                  <a:pos x="0" y="240"/>
                </a:cxn>
                <a:cxn ang="0">
                  <a:pos x="225" y="217"/>
                </a:cxn>
              </a:cxnLst>
              <a:rect l="0" t="0" r="r" b="b"/>
              <a:pathLst>
                <a:path w="525" h="480">
                  <a:moveTo>
                    <a:pt x="225" y="217"/>
                  </a:moveTo>
                  <a:lnTo>
                    <a:pt x="133" y="0"/>
                  </a:lnTo>
                  <a:lnTo>
                    <a:pt x="263" y="193"/>
                  </a:lnTo>
                  <a:lnTo>
                    <a:pt x="393" y="0"/>
                  </a:lnTo>
                  <a:lnTo>
                    <a:pt x="299" y="217"/>
                  </a:lnTo>
                  <a:lnTo>
                    <a:pt x="524" y="240"/>
                  </a:lnTo>
                  <a:lnTo>
                    <a:pt x="298" y="262"/>
                  </a:lnTo>
                  <a:lnTo>
                    <a:pt x="393" y="479"/>
                  </a:lnTo>
                  <a:lnTo>
                    <a:pt x="263" y="286"/>
                  </a:lnTo>
                  <a:lnTo>
                    <a:pt x="133" y="479"/>
                  </a:lnTo>
                  <a:lnTo>
                    <a:pt x="224" y="263"/>
                  </a:lnTo>
                  <a:lnTo>
                    <a:pt x="0" y="240"/>
                  </a:lnTo>
                  <a:lnTo>
                    <a:pt x="225" y="217"/>
                  </a:lnTo>
                </a:path>
              </a:pathLst>
            </a:custGeom>
            <a:gradFill rotWithShape="0">
              <a:gsLst>
                <a:gs pos="0">
                  <a:srgbClr val="FF6600"/>
                </a:gs>
                <a:gs pos="100000">
                  <a:srgbClr val="FFFFFF"/>
                </a:gs>
              </a:gsLst>
              <a:path path="rect">
                <a:fillToRect l="50000" t="50000" r="50000" b="50000"/>
              </a:path>
            </a:gradFill>
            <a:ln w="9525" cap="rnd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Freeform 18"/>
            <p:cNvSpPr>
              <a:spLocks/>
            </p:cNvSpPr>
            <p:nvPr/>
          </p:nvSpPr>
          <p:spPr bwMode="gray">
            <a:xfrm>
              <a:off x="469" y="276"/>
              <a:ext cx="382" cy="350"/>
            </a:xfrm>
            <a:custGeom>
              <a:avLst/>
              <a:gdLst/>
              <a:ahLst/>
              <a:cxnLst>
                <a:cxn ang="0">
                  <a:pos x="153" y="153"/>
                </a:cxn>
                <a:cxn ang="0">
                  <a:pos x="95" y="0"/>
                </a:cxn>
                <a:cxn ang="0">
                  <a:pos x="191" y="128"/>
                </a:cxn>
                <a:cxn ang="0">
                  <a:pos x="284" y="0"/>
                </a:cxn>
                <a:cxn ang="0">
                  <a:pos x="227" y="153"/>
                </a:cxn>
                <a:cxn ang="0">
                  <a:pos x="381" y="175"/>
                </a:cxn>
                <a:cxn ang="0">
                  <a:pos x="226" y="196"/>
                </a:cxn>
                <a:cxn ang="0">
                  <a:pos x="284" y="349"/>
                </a:cxn>
                <a:cxn ang="0">
                  <a:pos x="191" y="221"/>
                </a:cxn>
                <a:cxn ang="0">
                  <a:pos x="95" y="349"/>
                </a:cxn>
                <a:cxn ang="0">
                  <a:pos x="152" y="198"/>
                </a:cxn>
                <a:cxn ang="0">
                  <a:pos x="0" y="175"/>
                </a:cxn>
                <a:cxn ang="0">
                  <a:pos x="153" y="153"/>
                </a:cxn>
              </a:cxnLst>
              <a:rect l="0" t="0" r="r" b="b"/>
              <a:pathLst>
                <a:path w="382" h="350">
                  <a:moveTo>
                    <a:pt x="153" y="153"/>
                  </a:moveTo>
                  <a:lnTo>
                    <a:pt x="95" y="0"/>
                  </a:lnTo>
                  <a:lnTo>
                    <a:pt x="191" y="128"/>
                  </a:lnTo>
                  <a:lnTo>
                    <a:pt x="284" y="0"/>
                  </a:lnTo>
                  <a:lnTo>
                    <a:pt x="227" y="153"/>
                  </a:lnTo>
                  <a:lnTo>
                    <a:pt x="381" y="175"/>
                  </a:lnTo>
                  <a:lnTo>
                    <a:pt x="226" y="196"/>
                  </a:lnTo>
                  <a:lnTo>
                    <a:pt x="284" y="349"/>
                  </a:lnTo>
                  <a:lnTo>
                    <a:pt x="191" y="221"/>
                  </a:lnTo>
                  <a:lnTo>
                    <a:pt x="95" y="349"/>
                  </a:lnTo>
                  <a:lnTo>
                    <a:pt x="152" y="198"/>
                  </a:lnTo>
                  <a:lnTo>
                    <a:pt x="0" y="175"/>
                  </a:lnTo>
                  <a:lnTo>
                    <a:pt x="153" y="153"/>
                  </a:lnTo>
                </a:path>
              </a:pathLst>
            </a:custGeom>
            <a:gradFill rotWithShape="0">
              <a:gsLst>
                <a:gs pos="0">
                  <a:srgbClr val="FF6600"/>
                </a:gs>
                <a:gs pos="100000">
                  <a:srgbClr val="FFFFFF"/>
                </a:gs>
              </a:gsLst>
              <a:path path="rect">
                <a:fillToRect l="50000" t="50000" r="50000" b="50000"/>
              </a:path>
            </a:gradFill>
            <a:ln w="9525" cap="rnd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Freeform 19"/>
            <p:cNvSpPr>
              <a:spLocks/>
            </p:cNvSpPr>
            <p:nvPr/>
          </p:nvSpPr>
          <p:spPr bwMode="gray">
            <a:xfrm>
              <a:off x="525" y="285"/>
              <a:ext cx="270" cy="332"/>
            </a:xfrm>
            <a:custGeom>
              <a:avLst/>
              <a:gdLst/>
              <a:ahLst/>
              <a:cxnLst>
                <a:cxn ang="0">
                  <a:pos x="0" y="84"/>
                </a:cxn>
                <a:cxn ang="0">
                  <a:pos x="122" y="143"/>
                </a:cxn>
                <a:cxn ang="0">
                  <a:pos x="135" y="0"/>
                </a:cxn>
                <a:cxn ang="0">
                  <a:pos x="147" y="143"/>
                </a:cxn>
                <a:cxn ang="0">
                  <a:pos x="268" y="82"/>
                </a:cxn>
                <a:cxn ang="0">
                  <a:pos x="159" y="166"/>
                </a:cxn>
                <a:cxn ang="0">
                  <a:pos x="269" y="249"/>
                </a:cxn>
                <a:cxn ang="0">
                  <a:pos x="147" y="189"/>
                </a:cxn>
                <a:cxn ang="0">
                  <a:pos x="135" y="331"/>
                </a:cxn>
                <a:cxn ang="0">
                  <a:pos x="122" y="189"/>
                </a:cxn>
                <a:cxn ang="0">
                  <a:pos x="0" y="249"/>
                </a:cxn>
                <a:cxn ang="0">
                  <a:pos x="110" y="166"/>
                </a:cxn>
                <a:cxn ang="0">
                  <a:pos x="0" y="84"/>
                </a:cxn>
              </a:cxnLst>
              <a:rect l="0" t="0" r="r" b="b"/>
              <a:pathLst>
                <a:path w="270" h="332">
                  <a:moveTo>
                    <a:pt x="0" y="84"/>
                  </a:moveTo>
                  <a:lnTo>
                    <a:pt x="122" y="143"/>
                  </a:lnTo>
                  <a:lnTo>
                    <a:pt x="135" y="0"/>
                  </a:lnTo>
                  <a:lnTo>
                    <a:pt x="147" y="143"/>
                  </a:lnTo>
                  <a:lnTo>
                    <a:pt x="268" y="82"/>
                  </a:lnTo>
                  <a:lnTo>
                    <a:pt x="159" y="166"/>
                  </a:lnTo>
                  <a:lnTo>
                    <a:pt x="269" y="249"/>
                  </a:lnTo>
                  <a:lnTo>
                    <a:pt x="147" y="189"/>
                  </a:lnTo>
                  <a:lnTo>
                    <a:pt x="135" y="331"/>
                  </a:lnTo>
                  <a:lnTo>
                    <a:pt x="122" y="189"/>
                  </a:lnTo>
                  <a:lnTo>
                    <a:pt x="0" y="249"/>
                  </a:lnTo>
                  <a:lnTo>
                    <a:pt x="110" y="166"/>
                  </a:lnTo>
                  <a:lnTo>
                    <a:pt x="0" y="84"/>
                  </a:lnTo>
                </a:path>
              </a:pathLst>
            </a:custGeom>
            <a:gradFill rotWithShape="0">
              <a:gsLst>
                <a:gs pos="0">
                  <a:srgbClr val="FF6600"/>
                </a:gs>
                <a:gs pos="100000">
                  <a:srgbClr val="FFFFFF"/>
                </a:gs>
              </a:gsLst>
              <a:path path="rect">
                <a:fillToRect l="50000" t="50000" r="50000" b="50000"/>
              </a:path>
            </a:gradFill>
            <a:ln w="9525" cap="rnd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Freeform 20"/>
            <p:cNvSpPr>
              <a:spLocks/>
            </p:cNvSpPr>
            <p:nvPr/>
          </p:nvSpPr>
          <p:spPr bwMode="gray">
            <a:xfrm>
              <a:off x="626" y="408"/>
              <a:ext cx="68" cy="85"/>
            </a:xfrm>
            <a:custGeom>
              <a:avLst/>
              <a:gdLst/>
              <a:ahLst/>
              <a:cxnLst>
                <a:cxn ang="0">
                  <a:pos x="0" y="20"/>
                </a:cxn>
                <a:cxn ang="0">
                  <a:pos x="27" y="30"/>
                </a:cxn>
                <a:cxn ang="0">
                  <a:pos x="33" y="0"/>
                </a:cxn>
                <a:cxn ang="0">
                  <a:pos x="39" y="30"/>
                </a:cxn>
                <a:cxn ang="0">
                  <a:pos x="67" y="20"/>
                </a:cxn>
                <a:cxn ang="0">
                  <a:pos x="45" y="42"/>
                </a:cxn>
                <a:cxn ang="0">
                  <a:pos x="67" y="62"/>
                </a:cxn>
                <a:cxn ang="0">
                  <a:pos x="39" y="52"/>
                </a:cxn>
                <a:cxn ang="0">
                  <a:pos x="33" y="84"/>
                </a:cxn>
                <a:cxn ang="0">
                  <a:pos x="27" y="52"/>
                </a:cxn>
                <a:cxn ang="0">
                  <a:pos x="0" y="62"/>
                </a:cxn>
                <a:cxn ang="0">
                  <a:pos x="21" y="42"/>
                </a:cxn>
                <a:cxn ang="0">
                  <a:pos x="0" y="20"/>
                </a:cxn>
              </a:cxnLst>
              <a:rect l="0" t="0" r="r" b="b"/>
              <a:pathLst>
                <a:path w="68" h="85">
                  <a:moveTo>
                    <a:pt x="0" y="20"/>
                  </a:moveTo>
                  <a:lnTo>
                    <a:pt x="27" y="30"/>
                  </a:lnTo>
                  <a:lnTo>
                    <a:pt x="33" y="0"/>
                  </a:lnTo>
                  <a:lnTo>
                    <a:pt x="39" y="30"/>
                  </a:lnTo>
                  <a:lnTo>
                    <a:pt x="67" y="20"/>
                  </a:lnTo>
                  <a:lnTo>
                    <a:pt x="45" y="42"/>
                  </a:lnTo>
                  <a:lnTo>
                    <a:pt x="67" y="62"/>
                  </a:lnTo>
                  <a:lnTo>
                    <a:pt x="39" y="52"/>
                  </a:lnTo>
                  <a:lnTo>
                    <a:pt x="33" y="84"/>
                  </a:lnTo>
                  <a:lnTo>
                    <a:pt x="27" y="52"/>
                  </a:lnTo>
                  <a:lnTo>
                    <a:pt x="0" y="62"/>
                  </a:lnTo>
                  <a:lnTo>
                    <a:pt x="21" y="42"/>
                  </a:lnTo>
                  <a:lnTo>
                    <a:pt x="0" y="20"/>
                  </a:lnTo>
                </a:path>
              </a:pathLst>
            </a:custGeom>
            <a:gradFill rotWithShape="0">
              <a:gsLst>
                <a:gs pos="0">
                  <a:srgbClr val="FF6600"/>
                </a:gs>
                <a:gs pos="100000">
                  <a:srgbClr val="FFFFFF"/>
                </a:gs>
              </a:gsLst>
              <a:path path="rect">
                <a:fillToRect l="50000" t="50000" r="50000" b="50000"/>
              </a:path>
            </a:gradFill>
            <a:ln w="9525" cap="rnd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 Box 2"/>
          <p:cNvSpPr txBox="1">
            <a:spLocks noChangeArrowheads="1"/>
          </p:cNvSpPr>
          <p:nvPr/>
        </p:nvSpPr>
        <p:spPr bwMode="auto">
          <a:xfrm>
            <a:off x="539552" y="2420888"/>
            <a:ext cx="2016224" cy="523220"/>
          </a:xfrm>
          <a:prstGeom prst="rect">
            <a:avLst/>
          </a:prstGeom>
          <a:solidFill>
            <a:srgbClr val="FFCCFF"/>
          </a:solidFill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r>
              <a:rPr kumimoji="1" lang="zh-CN" altLang="en-US" sz="2800" b="1" dirty="0">
                <a:latin typeface="Times New Roman" pitchFamily="18" charset="0"/>
                <a:ea typeface="楷体_GB2312" pitchFamily="49" charset="-122"/>
              </a:rPr>
              <a:t>电势差</a:t>
            </a:r>
            <a:r>
              <a:rPr kumimoji="1" lang="en-US" altLang="zh-CN" sz="2800" b="1" dirty="0">
                <a:latin typeface="Times New Roman" pitchFamily="18" charset="0"/>
                <a:ea typeface="楷体_GB2312" pitchFamily="49" charset="-122"/>
              </a:rPr>
              <a:t>U:</a:t>
            </a:r>
            <a:endParaRPr kumimoji="1" lang="zh-CN" altLang="en-US" sz="2800" b="1" dirty="0"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60" name="Text Box 3"/>
          <p:cNvSpPr txBox="1">
            <a:spLocks noChangeArrowheads="1"/>
          </p:cNvSpPr>
          <p:nvPr/>
        </p:nvSpPr>
        <p:spPr bwMode="auto">
          <a:xfrm>
            <a:off x="827584" y="3645024"/>
            <a:ext cx="3070071" cy="523220"/>
          </a:xfrm>
          <a:prstGeom prst="rect">
            <a:avLst/>
          </a:prstGeom>
          <a:solidFill>
            <a:srgbClr val="FFCCFF"/>
          </a:solidFill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800" b="1" dirty="0">
                <a:latin typeface="Times New Roman" pitchFamily="18" charset="0"/>
                <a:ea typeface="楷体_GB2312" pitchFamily="49" charset="-122"/>
              </a:rPr>
              <a:t>静电场的环路定理</a:t>
            </a:r>
          </a:p>
        </p:txBody>
      </p:sp>
      <p:graphicFrame>
        <p:nvGraphicFramePr>
          <p:cNvPr id="23559" name="Object 2"/>
          <p:cNvGraphicFramePr>
            <a:graphicFrameLocks noChangeAspect="1"/>
          </p:cNvGraphicFramePr>
          <p:nvPr/>
        </p:nvGraphicFramePr>
        <p:xfrm>
          <a:off x="2555776" y="764704"/>
          <a:ext cx="4857750" cy="642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108160" imgH="291960" progId="">
                  <p:embed/>
                </p:oleObj>
              </mc:Choice>
              <mc:Fallback>
                <p:oleObj name="Equation" r:id="rId2" imgW="2108160" imgH="291960" progId="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776" y="764704"/>
                        <a:ext cx="4857750" cy="6429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0" name="Object 4"/>
          <p:cNvGraphicFramePr>
            <a:graphicFrameLocks noChangeAspect="1"/>
          </p:cNvGraphicFramePr>
          <p:nvPr/>
        </p:nvGraphicFramePr>
        <p:xfrm>
          <a:off x="2627784" y="2420888"/>
          <a:ext cx="3348037" cy="633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36480" imgH="291960" progId="Equation.3">
                  <p:embed/>
                </p:oleObj>
              </mc:Choice>
              <mc:Fallback>
                <p:oleObj name="Equation" r:id="rId4" imgW="1536480" imgH="29196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784" y="2420888"/>
                        <a:ext cx="3348037" cy="633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gradFill rotWithShape="0">
                              <a:gsLst>
                                <a:gs pos="0">
                                  <a:srgbClr val="FFFFCC">
                                    <a:gamma/>
                                    <a:shade val="66275"/>
                                    <a:invGamma/>
                                  </a:srgbClr>
                                </a:gs>
                                <a:gs pos="50000">
                                  <a:srgbClr val="FFFFCC"/>
                                </a:gs>
                                <a:gs pos="100000">
                                  <a:srgbClr val="FFFFCC">
                                    <a:gamma/>
                                    <a:shade val="66275"/>
                                    <a:invGamma/>
                                  </a:srgbClr>
                                </a:gs>
                              </a:gsLst>
                              <a:lin ang="5400000" scaled="1"/>
                            </a:gra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1" name="Object 3"/>
          <p:cNvGraphicFramePr>
            <a:graphicFrameLocks noChangeAspect="1"/>
          </p:cNvGraphicFramePr>
          <p:nvPr/>
        </p:nvGraphicFramePr>
        <p:xfrm>
          <a:off x="3203848" y="1484784"/>
          <a:ext cx="3929063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50960" imgH="291960" progId="">
                  <p:embed/>
                </p:oleObj>
              </mc:Choice>
              <mc:Fallback>
                <p:oleObj name="Equation" r:id="rId6" imgW="1650960" imgH="291960" progId="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848" y="1484784"/>
                        <a:ext cx="3929063" cy="622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9F0FE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2" name="Object 1"/>
          <p:cNvGraphicFramePr>
            <a:graphicFrameLocks noChangeAspect="1"/>
          </p:cNvGraphicFramePr>
          <p:nvPr/>
        </p:nvGraphicFramePr>
        <p:xfrm>
          <a:off x="4283968" y="3573016"/>
          <a:ext cx="1752600" cy="668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698400" imgH="291960" progId="">
                  <p:embed/>
                </p:oleObj>
              </mc:Choice>
              <mc:Fallback>
                <p:oleObj name="Equation" r:id="rId8" imgW="698400" imgH="291960" progId="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3968" y="3573016"/>
                        <a:ext cx="1752600" cy="668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ext Box 6"/>
          <p:cNvSpPr txBox="1">
            <a:spLocks noChangeArrowheads="1"/>
          </p:cNvSpPr>
          <p:nvPr/>
        </p:nvSpPr>
        <p:spPr bwMode="auto">
          <a:xfrm>
            <a:off x="3563888" y="4437112"/>
            <a:ext cx="3124200" cy="592138"/>
          </a:xfrm>
          <a:prstGeom prst="rect">
            <a:avLst/>
          </a:prstGeom>
          <a:solidFill>
            <a:srgbClr val="F9F0FE"/>
          </a:solidFill>
          <a:ln w="12700">
            <a:solidFill>
              <a:srgbClr val="CC00CC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zh-CN" altLang="en-US" sz="3200" b="1" dirty="0">
                <a:solidFill>
                  <a:srgbClr val="CC0000"/>
                </a:solidFill>
                <a:latin typeface="Times New Roman" pitchFamily="18" charset="0"/>
              </a:rPr>
              <a:t>静电场是保守场</a:t>
            </a:r>
            <a:endParaRPr kumimoji="1" lang="zh-CN" altLang="en-US" sz="3200" b="1" dirty="0">
              <a:solidFill>
                <a:srgbClr val="FF7C80"/>
              </a:solidFill>
              <a:latin typeface="Times New Roman" pitchFamily="18" charset="0"/>
            </a:endParaRPr>
          </a:p>
        </p:txBody>
      </p:sp>
      <p:sp>
        <p:nvSpPr>
          <p:cNvPr id="10" name="Text Box 2"/>
          <p:cNvSpPr txBox="1">
            <a:spLocks noChangeArrowheads="1"/>
          </p:cNvSpPr>
          <p:nvPr/>
        </p:nvSpPr>
        <p:spPr bwMode="auto">
          <a:xfrm>
            <a:off x="251520" y="764704"/>
            <a:ext cx="2016224" cy="523220"/>
          </a:xfrm>
          <a:prstGeom prst="rect">
            <a:avLst/>
          </a:prstGeom>
          <a:solidFill>
            <a:srgbClr val="FFCCFF"/>
          </a:solidFill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r>
              <a:rPr kumimoji="1" lang="zh-CN" altLang="en-US" sz="2800" b="1" dirty="0">
                <a:latin typeface="Times New Roman" pitchFamily="18" charset="0"/>
                <a:ea typeface="楷体_GB2312" pitchFamily="49" charset="-122"/>
              </a:rPr>
              <a:t>电势能</a:t>
            </a:r>
            <a:r>
              <a:rPr kumimoji="1" lang="en-US" altLang="zh-CN" sz="2800" b="1" dirty="0">
                <a:latin typeface="Times New Roman" pitchFamily="18" charset="0"/>
                <a:ea typeface="楷体_GB2312" pitchFamily="49" charset="-122"/>
              </a:rPr>
              <a:t>:</a:t>
            </a:r>
            <a:endParaRPr kumimoji="1" lang="zh-CN" altLang="en-US" sz="2800" b="1" dirty="0">
              <a:latin typeface="Times New Roman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2"/>
          <p:cNvSpPr txBox="1">
            <a:spLocks noChangeArrowheads="1"/>
          </p:cNvSpPr>
          <p:nvPr/>
        </p:nvSpPr>
        <p:spPr bwMode="auto">
          <a:xfrm>
            <a:off x="0" y="836712"/>
            <a:ext cx="3347864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indent="476250"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C00000"/>
                </a:solidFill>
              </a:rPr>
              <a:t>静电场中的导体</a:t>
            </a:r>
          </a:p>
        </p:txBody>
      </p:sp>
      <p:sp>
        <p:nvSpPr>
          <p:cNvPr id="34820" name="Text Box 18"/>
          <p:cNvSpPr txBox="1">
            <a:spLocks noChangeArrowheads="1"/>
          </p:cNvSpPr>
          <p:nvPr/>
        </p:nvSpPr>
        <p:spPr bwMode="auto">
          <a:xfrm>
            <a:off x="4139952" y="1340768"/>
            <a:ext cx="3810000" cy="101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0" lang="en-US" altLang="zh-CN" b="1" dirty="0">
                <a:solidFill>
                  <a:srgbClr val="0000FF"/>
                </a:solidFill>
              </a:rPr>
              <a:t>a </a:t>
            </a:r>
            <a:r>
              <a:rPr kumimoji="0" lang="zh-CN" altLang="en-US" sz="2400" b="1" dirty="0">
                <a:solidFill>
                  <a:srgbClr val="0000FF"/>
                </a:solidFill>
              </a:rPr>
              <a:t>导体内部：</a:t>
            </a:r>
          </a:p>
          <a:p>
            <a:pPr eaLnBrk="1" hangingPunct="1">
              <a:spcBef>
                <a:spcPct val="50000"/>
              </a:spcBef>
            </a:pPr>
            <a:r>
              <a:rPr kumimoji="0" lang="en-US" altLang="zh-CN" sz="2400" b="1" dirty="0">
                <a:solidFill>
                  <a:srgbClr val="0000FF"/>
                </a:solidFill>
              </a:rPr>
              <a:t>b </a:t>
            </a:r>
            <a:r>
              <a:rPr kumimoji="0" lang="zh-CN" altLang="en-US" sz="2400" b="1" dirty="0">
                <a:solidFill>
                  <a:srgbClr val="0000FF"/>
                </a:solidFill>
              </a:rPr>
              <a:t>导体表面：与 </a:t>
            </a:r>
            <a:r>
              <a:rPr kumimoji="0" lang="zh-CN" altLang="en-US" sz="2400" b="1" dirty="0">
                <a:solidFill>
                  <a:srgbClr val="1C1C1C"/>
                </a:solidFill>
              </a:rPr>
              <a:t>    </a:t>
            </a:r>
            <a:r>
              <a:rPr kumimoji="0" lang="zh-CN" altLang="en-US" sz="2400" b="1" dirty="0">
                <a:solidFill>
                  <a:srgbClr val="0000FF"/>
                </a:solidFill>
              </a:rPr>
              <a:t>垂直 </a:t>
            </a:r>
          </a:p>
        </p:txBody>
      </p:sp>
      <p:graphicFrame>
        <p:nvGraphicFramePr>
          <p:cNvPr id="34821" name="Object 10"/>
          <p:cNvGraphicFramePr>
            <a:graphicFrameLocks noChangeAspect="1"/>
          </p:cNvGraphicFramePr>
          <p:nvPr/>
        </p:nvGraphicFramePr>
        <p:xfrm>
          <a:off x="5796136" y="1268760"/>
          <a:ext cx="838200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80880" imgH="203040" progId="">
                  <p:embed/>
                </p:oleObj>
              </mc:Choice>
              <mc:Fallback>
                <p:oleObj name="Equation" r:id="rId2" imgW="380880" imgH="203040" progId="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6136" y="1268760"/>
                        <a:ext cx="838200" cy="455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22" name="Text Box 16"/>
          <p:cNvSpPr txBox="1">
            <a:spLocks noChangeArrowheads="1"/>
          </p:cNvSpPr>
          <p:nvPr/>
        </p:nvSpPr>
        <p:spPr bwMode="auto">
          <a:xfrm>
            <a:off x="755576" y="1556792"/>
            <a:ext cx="345638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solidFill>
                  <a:srgbClr val="0000FF"/>
                </a:solidFill>
                <a:latin typeface="宋体" charset="-122"/>
              </a:rPr>
              <a:t>(1) </a:t>
            </a:r>
            <a:r>
              <a:rPr lang="zh-CN" altLang="en-US" sz="2400" b="1" dirty="0">
                <a:latin typeface="宋体" charset="-122"/>
              </a:rPr>
              <a:t>静电平衡时的条件</a:t>
            </a:r>
          </a:p>
        </p:txBody>
      </p:sp>
      <p:graphicFrame>
        <p:nvGraphicFramePr>
          <p:cNvPr id="34823" name="Object 21"/>
          <p:cNvGraphicFramePr>
            <a:graphicFrameLocks noChangeAspect="1"/>
          </p:cNvGraphicFramePr>
          <p:nvPr/>
        </p:nvGraphicFramePr>
        <p:xfrm>
          <a:off x="3923928" y="1340768"/>
          <a:ext cx="693738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77480" imgH="253800" progId="">
                  <p:embed/>
                </p:oleObj>
              </mc:Choice>
              <mc:Fallback>
                <p:oleObj name="Equation" r:id="rId4" imgW="177480" imgH="253800" progId="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3928" y="1340768"/>
                        <a:ext cx="693738" cy="1066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24" name="Text Box 22"/>
          <p:cNvSpPr txBox="1">
            <a:spLocks noChangeArrowheads="1"/>
          </p:cNvSpPr>
          <p:nvPr/>
        </p:nvSpPr>
        <p:spPr bwMode="auto">
          <a:xfrm>
            <a:off x="1619672" y="2564904"/>
            <a:ext cx="667278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rgbClr val="CC0000"/>
                </a:solidFill>
                <a:latin typeface="宋体" charset="-122"/>
              </a:rPr>
              <a:t>  </a:t>
            </a:r>
            <a:r>
              <a:rPr lang="zh-CN" altLang="en-US" sz="2400" b="1" dirty="0">
                <a:solidFill>
                  <a:srgbClr val="0000FF"/>
                </a:solidFill>
                <a:latin typeface="宋体" charset="-122"/>
              </a:rPr>
              <a:t>性质：导体表面为等势面；导体为等势体</a:t>
            </a:r>
          </a:p>
        </p:txBody>
      </p:sp>
      <p:grpSp>
        <p:nvGrpSpPr>
          <p:cNvPr id="3" name="Group 32"/>
          <p:cNvGrpSpPr>
            <a:grpSpLocks/>
          </p:cNvGrpSpPr>
          <p:nvPr/>
        </p:nvGrpSpPr>
        <p:grpSpPr bwMode="auto">
          <a:xfrm>
            <a:off x="0" y="3455987"/>
            <a:ext cx="8534400" cy="557213"/>
            <a:chOff x="0" y="1912"/>
            <a:chExt cx="5376" cy="351"/>
          </a:xfrm>
        </p:grpSpPr>
        <p:sp>
          <p:nvSpPr>
            <p:cNvPr id="34826" name="Text Box 23"/>
            <p:cNvSpPr txBox="1">
              <a:spLocks noChangeArrowheads="1"/>
            </p:cNvSpPr>
            <p:nvPr/>
          </p:nvSpPr>
          <p:spPr bwMode="auto">
            <a:xfrm>
              <a:off x="0" y="1912"/>
              <a:ext cx="5376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b="1" dirty="0">
                  <a:solidFill>
                    <a:srgbClr val="0000FF"/>
                  </a:solidFill>
                  <a:latin typeface="宋体" charset="-122"/>
                </a:rPr>
                <a:t>     </a:t>
              </a:r>
              <a:r>
                <a:rPr lang="en-US" altLang="zh-CN" sz="2800" b="1" dirty="0">
                  <a:solidFill>
                    <a:srgbClr val="0000FF"/>
                  </a:solidFill>
                  <a:latin typeface="宋体" charset="-122"/>
                </a:rPr>
                <a:t>(2) </a:t>
              </a:r>
              <a:r>
                <a:rPr lang="zh-CN" altLang="en-US" sz="2800" b="1" dirty="0">
                  <a:latin typeface="宋体" charset="-122"/>
                </a:rPr>
                <a:t>电荷分布：</a:t>
              </a:r>
              <a:r>
                <a:rPr lang="zh-CN" altLang="en-US" sz="2800" b="1" dirty="0">
                  <a:solidFill>
                    <a:srgbClr val="0000FF"/>
                  </a:solidFill>
                  <a:latin typeface="宋体" charset="-122"/>
                </a:rPr>
                <a:t>外表面：</a:t>
              </a:r>
            </a:p>
          </p:txBody>
        </p:sp>
        <p:graphicFrame>
          <p:nvGraphicFramePr>
            <p:cNvPr id="34827" name="Object 24"/>
            <p:cNvGraphicFramePr>
              <a:graphicFrameLocks noChangeAspect="1"/>
            </p:cNvGraphicFramePr>
            <p:nvPr/>
          </p:nvGraphicFramePr>
          <p:xfrm>
            <a:off x="2971" y="1940"/>
            <a:ext cx="863" cy="3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622080" imgH="228600" progId="">
                    <p:embed/>
                  </p:oleObj>
                </mc:Choice>
                <mc:Fallback>
                  <p:oleObj name="Equation" r:id="rId6" imgW="622080" imgH="228600" progId="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71" y="1940"/>
                          <a:ext cx="863" cy="32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0000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4828" name="Text Box 25"/>
          <p:cNvSpPr txBox="1">
            <a:spLocks noChangeArrowheads="1"/>
          </p:cNvSpPr>
          <p:nvPr/>
        </p:nvSpPr>
        <p:spPr bwMode="auto">
          <a:xfrm>
            <a:off x="609600" y="3933056"/>
            <a:ext cx="432244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indent="476250"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rgbClr val="0000FF"/>
                </a:solidFill>
                <a:latin typeface="宋体" charset="-122"/>
              </a:rPr>
              <a:t>      </a:t>
            </a:r>
            <a:r>
              <a:rPr lang="zh-CN" altLang="en-US" sz="2400" b="1" dirty="0">
                <a:solidFill>
                  <a:srgbClr val="0000FF"/>
                </a:solidFill>
                <a:latin typeface="宋体" charset="-122"/>
              </a:rPr>
              <a:t>性质：尖端效应</a:t>
            </a:r>
          </a:p>
        </p:txBody>
      </p:sp>
      <p:grpSp>
        <p:nvGrpSpPr>
          <p:cNvPr id="4" name="Group 31"/>
          <p:cNvGrpSpPr>
            <a:grpSpLocks/>
          </p:cNvGrpSpPr>
          <p:nvPr/>
        </p:nvGrpSpPr>
        <p:grpSpPr bwMode="auto">
          <a:xfrm>
            <a:off x="0" y="4572000"/>
            <a:ext cx="8696325" cy="1076325"/>
            <a:chOff x="-495" y="2338"/>
            <a:chExt cx="5478" cy="678"/>
          </a:xfrm>
        </p:grpSpPr>
        <p:sp>
          <p:nvSpPr>
            <p:cNvPr id="34830" name="Text Box 26"/>
            <p:cNvSpPr txBox="1">
              <a:spLocks noChangeArrowheads="1"/>
            </p:cNvSpPr>
            <p:nvPr/>
          </p:nvSpPr>
          <p:spPr bwMode="auto">
            <a:xfrm>
              <a:off x="1710" y="2338"/>
              <a:ext cx="2928" cy="6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0" lang="en-US" altLang="zh-CN" b="1" dirty="0">
                  <a:solidFill>
                    <a:srgbClr val="0000FF"/>
                  </a:solidFill>
                </a:rPr>
                <a:t>a </a:t>
              </a:r>
              <a:r>
                <a:rPr kumimoji="0" lang="zh-CN" altLang="en-US" sz="2400" b="1" dirty="0">
                  <a:solidFill>
                    <a:srgbClr val="0000FF"/>
                  </a:solidFill>
                </a:rPr>
                <a:t>外屏蔽：空腔导体内部</a:t>
              </a:r>
            </a:p>
            <a:p>
              <a:pPr eaLnBrk="1" hangingPunct="1">
                <a:spcBef>
                  <a:spcPct val="50000"/>
                </a:spcBef>
              </a:pPr>
              <a:r>
                <a:rPr kumimoji="0" lang="en-US" altLang="zh-CN" sz="2400" b="1" dirty="0">
                  <a:solidFill>
                    <a:srgbClr val="0000FF"/>
                  </a:solidFill>
                </a:rPr>
                <a:t>b </a:t>
              </a:r>
              <a:r>
                <a:rPr kumimoji="0" lang="zh-CN" altLang="en-US" sz="2400" b="1" dirty="0">
                  <a:solidFill>
                    <a:srgbClr val="0000FF"/>
                  </a:solidFill>
                </a:rPr>
                <a:t>内屏蔽：接地空腔导体外部 </a:t>
              </a:r>
            </a:p>
          </p:txBody>
        </p:sp>
        <p:sp>
          <p:nvSpPr>
            <p:cNvPr id="34831" name="Text Box 27"/>
            <p:cNvSpPr txBox="1">
              <a:spLocks noChangeArrowheads="1"/>
            </p:cNvSpPr>
            <p:nvPr/>
          </p:nvSpPr>
          <p:spPr bwMode="auto">
            <a:xfrm>
              <a:off x="-495" y="2525"/>
              <a:ext cx="2200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800" b="1" dirty="0">
                  <a:solidFill>
                    <a:srgbClr val="CC0000"/>
                  </a:solidFill>
                  <a:latin typeface="宋体" charset="-122"/>
                </a:rPr>
                <a:t>    </a:t>
              </a:r>
              <a:r>
                <a:rPr lang="en-US" altLang="zh-CN" sz="2800" b="1" dirty="0">
                  <a:solidFill>
                    <a:srgbClr val="0000FF"/>
                  </a:solidFill>
                  <a:latin typeface="宋体" charset="-122"/>
                </a:rPr>
                <a:t>(3) </a:t>
              </a:r>
              <a:r>
                <a:rPr lang="zh-CN" altLang="en-US" sz="2800" b="1" dirty="0">
                  <a:latin typeface="宋体" charset="-122"/>
                </a:rPr>
                <a:t>静电屏蔽</a:t>
              </a:r>
            </a:p>
          </p:txBody>
        </p:sp>
        <p:graphicFrame>
          <p:nvGraphicFramePr>
            <p:cNvPr id="34832" name="Object 28"/>
            <p:cNvGraphicFramePr>
              <a:graphicFrameLocks noChangeAspect="1"/>
            </p:cNvGraphicFramePr>
            <p:nvPr/>
          </p:nvGraphicFramePr>
          <p:xfrm>
            <a:off x="1432" y="2344"/>
            <a:ext cx="437" cy="6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77480" imgH="253800" progId="">
                    <p:embed/>
                  </p:oleObj>
                </mc:Choice>
                <mc:Fallback>
                  <p:oleObj name="Equation" r:id="rId4" imgW="177480" imgH="253800" progId="">
                    <p:embed/>
                    <p:pic>
                      <p:nvPicPr>
                        <p:cNvPr id="0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32" y="2344"/>
                          <a:ext cx="437" cy="67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833" name="Object 29"/>
            <p:cNvGraphicFramePr>
              <a:graphicFrameLocks noChangeAspect="1"/>
            </p:cNvGraphicFramePr>
            <p:nvPr/>
          </p:nvGraphicFramePr>
          <p:xfrm>
            <a:off x="4095" y="2338"/>
            <a:ext cx="437" cy="6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77480" imgH="253800" progId="">
                    <p:embed/>
                  </p:oleObj>
                </mc:Choice>
                <mc:Fallback>
                  <p:oleObj name="Equation" r:id="rId8" imgW="177480" imgH="253800" progId="">
                    <p:embed/>
                    <p:pic>
                      <p:nvPicPr>
                        <p:cNvPr id="0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95" y="2338"/>
                          <a:ext cx="437" cy="67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834" name="Object 30"/>
            <p:cNvGraphicFramePr>
              <a:graphicFrameLocks noChangeAspect="1"/>
            </p:cNvGraphicFramePr>
            <p:nvPr/>
          </p:nvGraphicFramePr>
          <p:xfrm>
            <a:off x="4455" y="2518"/>
            <a:ext cx="528" cy="2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380880" imgH="203040" progId="">
                    <p:embed/>
                  </p:oleObj>
                </mc:Choice>
                <mc:Fallback>
                  <p:oleObj name="Equation" r:id="rId10" imgW="380880" imgH="203040" progId="">
                    <p:embed/>
                    <p:pic>
                      <p:nvPicPr>
                        <p:cNvPr id="0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55" y="2518"/>
                          <a:ext cx="528" cy="28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4836" name="Object 36"/>
          <p:cNvGraphicFramePr>
            <a:graphicFrameLocks noChangeAspect="1"/>
          </p:cNvGraphicFramePr>
          <p:nvPr/>
        </p:nvGraphicFramePr>
        <p:xfrm>
          <a:off x="6300192" y="1916832"/>
          <a:ext cx="304800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52280" imgH="190440" progId="">
                  <p:embed/>
                </p:oleObj>
              </mc:Choice>
              <mc:Fallback>
                <p:oleObj name="Equation" r:id="rId11" imgW="152280" imgH="190440" progId="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0192" y="1916832"/>
                        <a:ext cx="304800" cy="428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ext Box 3"/>
          <p:cNvSpPr txBox="1">
            <a:spLocks noChangeArrowheads="1"/>
          </p:cNvSpPr>
          <p:nvPr/>
        </p:nvSpPr>
        <p:spPr bwMode="auto">
          <a:xfrm>
            <a:off x="76200" y="533400"/>
            <a:ext cx="85344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indent="476250"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C00000"/>
                </a:solidFill>
              </a:rPr>
              <a:t>电容：导体容纳电荷的能力</a:t>
            </a:r>
          </a:p>
        </p:txBody>
      </p:sp>
      <p:graphicFrame>
        <p:nvGraphicFramePr>
          <p:cNvPr id="37891" name="Object 4"/>
          <p:cNvGraphicFramePr>
            <a:graphicFrameLocks noChangeAspect="1"/>
          </p:cNvGraphicFramePr>
          <p:nvPr/>
        </p:nvGraphicFramePr>
        <p:xfrm>
          <a:off x="3429000" y="1179513"/>
          <a:ext cx="3786188" cy="984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892160" imgH="482400" progId="">
                  <p:embed/>
                </p:oleObj>
              </mc:Choice>
              <mc:Fallback>
                <p:oleObj name="Equation" r:id="rId2" imgW="1892160" imgH="482400" progId="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1179513"/>
                        <a:ext cx="3786188" cy="984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92" name="Text Box 5"/>
          <p:cNvSpPr txBox="1">
            <a:spLocks noChangeArrowheads="1"/>
          </p:cNvSpPr>
          <p:nvPr/>
        </p:nvSpPr>
        <p:spPr bwMode="auto">
          <a:xfrm>
            <a:off x="539552" y="1484784"/>
            <a:ext cx="306097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rgbClr val="0000FF"/>
                </a:solidFill>
                <a:latin typeface="宋体" charset="-122"/>
              </a:rPr>
              <a:t>   </a:t>
            </a:r>
            <a:r>
              <a:rPr lang="en-US" altLang="zh-CN" sz="2800" b="1" dirty="0">
                <a:solidFill>
                  <a:srgbClr val="0000FF"/>
                </a:solidFill>
                <a:latin typeface="宋体" charset="-122"/>
              </a:rPr>
              <a:t>(1) </a:t>
            </a:r>
            <a:r>
              <a:rPr lang="zh-CN" altLang="en-US" sz="2800" b="1" dirty="0">
                <a:solidFill>
                  <a:srgbClr val="0000FF"/>
                </a:solidFill>
                <a:latin typeface="宋体" charset="-122"/>
              </a:rPr>
              <a:t>孤立导体</a:t>
            </a:r>
          </a:p>
        </p:txBody>
      </p:sp>
      <p:sp>
        <p:nvSpPr>
          <p:cNvPr id="37893" name="Text Box 12"/>
          <p:cNvSpPr txBox="1">
            <a:spLocks noChangeArrowheads="1"/>
          </p:cNvSpPr>
          <p:nvPr/>
        </p:nvSpPr>
        <p:spPr bwMode="auto">
          <a:xfrm>
            <a:off x="3131840" y="2996952"/>
            <a:ext cx="4648200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0" lang="en-US" altLang="zh-CN" sz="2400" b="1" dirty="0">
                <a:solidFill>
                  <a:srgbClr val="0000FF"/>
                </a:solidFill>
              </a:rPr>
              <a:t>a </a:t>
            </a:r>
            <a:r>
              <a:rPr kumimoji="0" lang="zh-CN" altLang="en-US" sz="2400" b="1" dirty="0">
                <a:solidFill>
                  <a:srgbClr val="0000FF"/>
                </a:solidFill>
              </a:rPr>
              <a:t>平板：</a:t>
            </a:r>
          </a:p>
          <a:p>
            <a:pPr eaLnBrk="1" hangingPunct="1">
              <a:spcBef>
                <a:spcPct val="50000"/>
              </a:spcBef>
            </a:pPr>
            <a:r>
              <a:rPr kumimoji="0" lang="en-US" altLang="zh-CN" sz="2400" b="1" dirty="0">
                <a:solidFill>
                  <a:srgbClr val="0000FF"/>
                </a:solidFill>
              </a:rPr>
              <a:t>b </a:t>
            </a:r>
            <a:r>
              <a:rPr kumimoji="0" lang="zh-CN" altLang="en-US" sz="2400" b="1" dirty="0">
                <a:solidFill>
                  <a:srgbClr val="0000FF"/>
                </a:solidFill>
              </a:rPr>
              <a:t>圆柱：</a:t>
            </a:r>
          </a:p>
          <a:p>
            <a:pPr eaLnBrk="1" hangingPunct="1">
              <a:spcBef>
                <a:spcPct val="50000"/>
              </a:spcBef>
            </a:pPr>
            <a:r>
              <a:rPr kumimoji="0" lang="en-US" altLang="zh-CN" sz="2400" b="1" dirty="0">
                <a:solidFill>
                  <a:srgbClr val="0000FF"/>
                </a:solidFill>
              </a:rPr>
              <a:t>c </a:t>
            </a:r>
            <a:r>
              <a:rPr kumimoji="0" lang="zh-CN" altLang="en-US" sz="2400" b="1" dirty="0">
                <a:solidFill>
                  <a:srgbClr val="0000FF"/>
                </a:solidFill>
              </a:rPr>
              <a:t>球形：</a:t>
            </a:r>
          </a:p>
        </p:txBody>
      </p:sp>
      <p:sp>
        <p:nvSpPr>
          <p:cNvPr id="37894" name="Text Box 13"/>
          <p:cNvSpPr txBox="1">
            <a:spLocks noChangeArrowheads="1"/>
          </p:cNvSpPr>
          <p:nvPr/>
        </p:nvSpPr>
        <p:spPr bwMode="auto">
          <a:xfrm>
            <a:off x="179512" y="2420888"/>
            <a:ext cx="255463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rgbClr val="CC0000"/>
                </a:solidFill>
                <a:latin typeface="宋体" charset="-122"/>
              </a:rPr>
              <a:t>    </a:t>
            </a:r>
            <a:r>
              <a:rPr lang="en-US" altLang="zh-CN" sz="2800" b="1" dirty="0">
                <a:solidFill>
                  <a:srgbClr val="0000FF"/>
                </a:solidFill>
                <a:latin typeface="宋体" charset="-122"/>
              </a:rPr>
              <a:t>(2)</a:t>
            </a:r>
            <a:r>
              <a:rPr lang="zh-CN" altLang="en-US" sz="2800" b="1" dirty="0">
                <a:solidFill>
                  <a:srgbClr val="0000FF"/>
                </a:solidFill>
                <a:latin typeface="宋体" charset="-122"/>
              </a:rPr>
              <a:t>电容器</a:t>
            </a:r>
          </a:p>
        </p:txBody>
      </p:sp>
      <p:graphicFrame>
        <p:nvGraphicFramePr>
          <p:cNvPr id="37895" name="Object 14"/>
          <p:cNvGraphicFramePr>
            <a:graphicFrameLocks noChangeAspect="1"/>
          </p:cNvGraphicFramePr>
          <p:nvPr/>
        </p:nvGraphicFramePr>
        <p:xfrm>
          <a:off x="2699792" y="2852936"/>
          <a:ext cx="693738" cy="19093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77480" imgH="253800" progId="">
                  <p:embed/>
                </p:oleObj>
              </mc:Choice>
              <mc:Fallback>
                <p:oleObj name="Equation" r:id="rId4" imgW="177480" imgH="253800" progId="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9792" y="2852936"/>
                        <a:ext cx="693738" cy="190936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6" name="Object 17"/>
          <p:cNvGraphicFramePr>
            <a:graphicFrameLocks noChangeAspect="1"/>
          </p:cNvGraphicFramePr>
          <p:nvPr/>
        </p:nvGraphicFramePr>
        <p:xfrm>
          <a:off x="1475656" y="3356992"/>
          <a:ext cx="1196975" cy="839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71320" imgH="393480" progId="">
                  <p:embed/>
                </p:oleObj>
              </mc:Choice>
              <mc:Fallback>
                <p:oleObj name="Equation" r:id="rId6" imgW="571320" imgH="393480" progId="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5656" y="3356992"/>
                        <a:ext cx="1196975" cy="8397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7" name="Object 18"/>
          <p:cNvGraphicFramePr>
            <a:graphicFrameLocks noChangeAspect="1"/>
          </p:cNvGraphicFramePr>
          <p:nvPr/>
        </p:nvGraphicFramePr>
        <p:xfrm>
          <a:off x="4355976" y="2780928"/>
          <a:ext cx="981075" cy="519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31640" imgH="228600" progId="">
                  <p:embed/>
                </p:oleObj>
              </mc:Choice>
              <mc:Fallback>
                <p:oleObj name="Equation" r:id="rId8" imgW="431640" imgH="228600" progId="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5976" y="2780928"/>
                        <a:ext cx="981075" cy="5191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8" name="Object 20"/>
          <p:cNvGraphicFramePr>
            <a:graphicFrameLocks noChangeAspect="1"/>
          </p:cNvGraphicFramePr>
          <p:nvPr/>
        </p:nvGraphicFramePr>
        <p:xfrm>
          <a:off x="4283968" y="3284984"/>
          <a:ext cx="3124200" cy="960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600200" imgH="482400" progId="">
                  <p:embed/>
                </p:oleObj>
              </mc:Choice>
              <mc:Fallback>
                <p:oleObj name="Equation" r:id="rId10" imgW="1600200" imgH="482400" progId="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3968" y="3284984"/>
                        <a:ext cx="3124200" cy="9604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9" name="Object 21"/>
          <p:cNvGraphicFramePr>
            <a:graphicFrameLocks noChangeAspect="1"/>
          </p:cNvGraphicFramePr>
          <p:nvPr/>
        </p:nvGraphicFramePr>
        <p:xfrm>
          <a:off x="4211960" y="4077072"/>
          <a:ext cx="3124200" cy="960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600200" imgH="482400" progId="">
                  <p:embed/>
                </p:oleObj>
              </mc:Choice>
              <mc:Fallback>
                <p:oleObj name="Equation" r:id="rId12" imgW="1600200" imgH="482400" progId="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1960" y="4077072"/>
                        <a:ext cx="3124200" cy="9604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900" name="Text Box 22"/>
          <p:cNvSpPr txBox="1">
            <a:spLocks noChangeArrowheads="1"/>
          </p:cNvSpPr>
          <p:nvPr/>
        </p:nvSpPr>
        <p:spPr bwMode="auto">
          <a:xfrm>
            <a:off x="683568" y="5229200"/>
            <a:ext cx="630078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indent="476250"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0000FF"/>
                </a:solidFill>
                <a:latin typeface="宋体" charset="-122"/>
              </a:rPr>
              <a:t> </a:t>
            </a:r>
            <a:r>
              <a:rPr lang="zh-CN" altLang="en-US" sz="2800" b="1" dirty="0">
                <a:solidFill>
                  <a:srgbClr val="0000FF"/>
                </a:solidFill>
                <a:latin typeface="宋体" charset="-122"/>
              </a:rPr>
              <a:t>求法：设</a:t>
            </a:r>
            <a:r>
              <a:rPr lang="en-US" altLang="zh-CN" sz="2800" b="1" dirty="0">
                <a:solidFill>
                  <a:srgbClr val="0000FF"/>
                </a:solidFill>
                <a:latin typeface="宋体" charset="-122"/>
              </a:rPr>
              <a:t>Q</a:t>
            </a:r>
            <a:r>
              <a:rPr lang="en-US" altLang="zh-CN" sz="2800" b="1" dirty="0">
                <a:solidFill>
                  <a:srgbClr val="0000FF"/>
                </a:solidFill>
                <a:latin typeface="宋体" charset="-122"/>
                <a:sym typeface="Symbol" pitchFamily="18" charset="2"/>
              </a:rPr>
              <a:t></a:t>
            </a:r>
            <a:r>
              <a:rPr lang="zh-CN" altLang="en-US" sz="2800" b="1" dirty="0">
                <a:solidFill>
                  <a:srgbClr val="0000FF"/>
                </a:solidFill>
                <a:latin typeface="宋体" charset="-122"/>
                <a:sym typeface="Symbol" pitchFamily="18" charset="2"/>
              </a:rPr>
              <a:t>求</a:t>
            </a:r>
            <a:r>
              <a:rPr lang="en-US" altLang="zh-CN" sz="2800" b="1" dirty="0">
                <a:solidFill>
                  <a:srgbClr val="0000FF"/>
                </a:solidFill>
                <a:latin typeface="宋体" charset="-122"/>
                <a:sym typeface="Symbol" pitchFamily="18" charset="2"/>
              </a:rPr>
              <a:t>E</a:t>
            </a:r>
            <a:r>
              <a:rPr lang="zh-CN" altLang="en-US" sz="2800" b="1" dirty="0">
                <a:solidFill>
                  <a:srgbClr val="0000FF"/>
                </a:solidFill>
                <a:latin typeface="宋体" charset="-122"/>
                <a:sym typeface="Symbol" pitchFamily="18" charset="2"/>
              </a:rPr>
              <a:t>求</a:t>
            </a:r>
            <a:r>
              <a:rPr lang="en-US" altLang="zh-CN" sz="2800" b="1" dirty="0">
                <a:solidFill>
                  <a:srgbClr val="0000FF"/>
                </a:solidFill>
                <a:latin typeface="宋体" charset="-122"/>
                <a:sym typeface="Symbol" pitchFamily="18" charset="2"/>
              </a:rPr>
              <a:t>U</a:t>
            </a:r>
            <a:r>
              <a:rPr lang="zh-CN" altLang="en-US" sz="2800" b="1" dirty="0">
                <a:solidFill>
                  <a:srgbClr val="0000FF"/>
                </a:solidFill>
                <a:latin typeface="宋体" charset="-122"/>
                <a:sym typeface="Symbol" pitchFamily="18" charset="2"/>
              </a:rPr>
              <a:t>得</a:t>
            </a:r>
            <a:r>
              <a:rPr lang="en-US" altLang="zh-CN" sz="2800" b="1" dirty="0">
                <a:solidFill>
                  <a:srgbClr val="0000FF"/>
                </a:solidFill>
                <a:latin typeface="宋体" charset="-122"/>
                <a:sym typeface="Symbol" pitchFamily="18" charset="2"/>
              </a:rPr>
              <a:t>C</a:t>
            </a:r>
            <a:endParaRPr lang="en-US" altLang="zh-CN" sz="2800" b="1" dirty="0">
              <a:solidFill>
                <a:srgbClr val="0000FF"/>
              </a:solidFill>
              <a:latin typeface="宋体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灯片编号占位符 3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fld id="{48107D8E-6762-4C18-B3EE-6A4AD5C44417}" type="slidenum">
              <a:rPr lang="en-US" altLang="zh-CN"/>
              <a:pPr>
                <a:defRPr/>
              </a:pPr>
              <a:t>10</a:t>
            </a:fld>
            <a:endParaRPr lang="en-US" altLang="zh-CN"/>
          </a:p>
        </p:txBody>
      </p:sp>
      <p:sp>
        <p:nvSpPr>
          <p:cNvPr id="12292" name="Text Box 4"/>
          <p:cNvSpPr txBox="1">
            <a:spLocks noChangeArrowheads="1"/>
          </p:cNvSpPr>
          <p:nvPr/>
        </p:nvSpPr>
        <p:spPr bwMode="auto">
          <a:xfrm>
            <a:off x="8178800" y="6499225"/>
            <a:ext cx="5080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>
                <a:solidFill>
                  <a:schemeClr val="bg1"/>
                </a:solidFill>
              </a:rPr>
              <a:t>/15</a:t>
            </a:r>
          </a:p>
        </p:txBody>
      </p:sp>
      <p:sp>
        <p:nvSpPr>
          <p:cNvPr id="247813" name="Text Box 5"/>
          <p:cNvSpPr txBox="1">
            <a:spLocks noChangeArrowheads="1"/>
          </p:cNvSpPr>
          <p:nvPr/>
        </p:nvSpPr>
        <p:spPr bwMode="auto">
          <a:xfrm>
            <a:off x="539552" y="476672"/>
            <a:ext cx="8153400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宋体" pitchFamily="2" charset="-122"/>
                <a:ea typeface="宋体" pitchFamily="2" charset="-122"/>
              </a:rPr>
              <a:t>会用高斯定理计算真空中和电介质中各种带电体的</a:t>
            </a:r>
            <a:r>
              <a:rPr lang="zh-CN" altLang="en-US" sz="28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电场分布</a:t>
            </a:r>
            <a:r>
              <a:rPr lang="zh-CN" altLang="en-US" sz="2800" b="1" dirty="0">
                <a:latin typeface="宋体" pitchFamily="2" charset="-122"/>
                <a:ea typeface="宋体" pitchFamily="2" charset="-122"/>
              </a:rPr>
              <a:t>和</a:t>
            </a:r>
            <a:r>
              <a:rPr lang="zh-CN" altLang="en-US" sz="28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电势分布、电势差</a:t>
            </a:r>
            <a:r>
              <a:rPr lang="zh-CN" altLang="en-US" sz="2800" b="1" dirty="0">
                <a:latin typeface="宋体" pitchFamily="2" charset="-122"/>
                <a:ea typeface="宋体" pitchFamily="2" charset="-122"/>
              </a:rPr>
              <a:t>及</a:t>
            </a:r>
            <a:r>
              <a:rPr lang="zh-CN" altLang="en-US" sz="28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电场能量，</a:t>
            </a:r>
            <a:r>
              <a:rPr lang="zh-CN" altLang="en-US" sz="2800" b="1" dirty="0">
                <a:latin typeface="宋体" pitchFamily="2" charset="-122"/>
                <a:ea typeface="宋体" pitchFamily="2" charset="-122"/>
              </a:rPr>
              <a:t>包括：</a:t>
            </a:r>
            <a:r>
              <a:rPr lang="zh-CN" altLang="en-US" sz="28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点电荷、球形电荷（球面、球体）、无限大带电平面、无限长直带电导线、平行板、同轴电缆以及同心球</a:t>
            </a:r>
            <a:r>
              <a:rPr lang="en-US" altLang="zh-CN" sz="28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(</a:t>
            </a:r>
            <a:r>
              <a:rPr lang="zh-CN" altLang="en-US" sz="28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壳</a:t>
            </a:r>
            <a:r>
              <a:rPr lang="en-US" altLang="zh-CN" sz="28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).</a:t>
            </a:r>
          </a:p>
        </p:txBody>
      </p:sp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1066800" y="2971800"/>
            <a:ext cx="1066800" cy="782638"/>
            <a:chOff x="720" y="2032"/>
            <a:chExt cx="672" cy="493"/>
          </a:xfrm>
        </p:grpSpPr>
        <p:sp>
          <p:nvSpPr>
            <p:cNvPr id="12347" name="Oval 9"/>
            <p:cNvSpPr>
              <a:spLocks noChangeArrowheads="1"/>
            </p:cNvSpPr>
            <p:nvPr/>
          </p:nvSpPr>
          <p:spPr bwMode="auto">
            <a:xfrm>
              <a:off x="960" y="2160"/>
              <a:ext cx="48" cy="48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48" name="Text Box 10"/>
            <p:cNvSpPr txBox="1">
              <a:spLocks noChangeArrowheads="1"/>
            </p:cNvSpPr>
            <p:nvPr/>
          </p:nvSpPr>
          <p:spPr bwMode="auto">
            <a:xfrm>
              <a:off x="720" y="2032"/>
              <a:ext cx="33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/>
                <a:t>Q</a:t>
              </a:r>
            </a:p>
          </p:txBody>
        </p:sp>
        <p:sp>
          <p:nvSpPr>
            <p:cNvPr id="12349" name="Text Box 11"/>
            <p:cNvSpPr txBox="1">
              <a:spLocks noChangeArrowheads="1"/>
            </p:cNvSpPr>
            <p:nvPr/>
          </p:nvSpPr>
          <p:spPr bwMode="auto">
            <a:xfrm>
              <a:off x="720" y="2294"/>
              <a:ext cx="67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/>
                <a:t>点电荷</a:t>
              </a:r>
            </a:p>
          </p:txBody>
        </p:sp>
      </p:grpSp>
      <p:grpSp>
        <p:nvGrpSpPr>
          <p:cNvPr id="3" name="Group 12"/>
          <p:cNvGrpSpPr>
            <a:grpSpLocks/>
          </p:cNvGrpSpPr>
          <p:nvPr/>
        </p:nvGrpSpPr>
        <p:grpSpPr bwMode="auto">
          <a:xfrm>
            <a:off x="3124200" y="2895600"/>
            <a:ext cx="1600200" cy="1062038"/>
            <a:chOff x="1968" y="1808"/>
            <a:chExt cx="1008" cy="669"/>
          </a:xfrm>
        </p:grpSpPr>
        <p:sp>
          <p:nvSpPr>
            <p:cNvPr id="12342" name="Oval 13"/>
            <p:cNvSpPr>
              <a:spLocks noChangeArrowheads="1"/>
            </p:cNvSpPr>
            <p:nvPr/>
          </p:nvSpPr>
          <p:spPr bwMode="auto">
            <a:xfrm>
              <a:off x="2160" y="1824"/>
              <a:ext cx="426" cy="426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43" name="Rectangle 14"/>
            <p:cNvSpPr>
              <a:spLocks noChangeArrowheads="1"/>
            </p:cNvSpPr>
            <p:nvPr/>
          </p:nvSpPr>
          <p:spPr bwMode="auto">
            <a:xfrm>
              <a:off x="1968" y="1839"/>
              <a:ext cx="228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1800"/>
                <a:t>Q</a:t>
              </a:r>
            </a:p>
          </p:txBody>
        </p:sp>
        <p:sp>
          <p:nvSpPr>
            <p:cNvPr id="12344" name="Text Box 15"/>
            <p:cNvSpPr txBox="1">
              <a:spLocks noChangeArrowheads="1"/>
            </p:cNvSpPr>
            <p:nvPr/>
          </p:nvSpPr>
          <p:spPr bwMode="auto">
            <a:xfrm>
              <a:off x="1968" y="2246"/>
              <a:ext cx="1008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/>
                <a:t>球形带电体</a:t>
              </a:r>
            </a:p>
          </p:txBody>
        </p:sp>
        <p:sp>
          <p:nvSpPr>
            <p:cNvPr id="12345" name="Line 16"/>
            <p:cNvSpPr>
              <a:spLocks noChangeShapeType="1"/>
            </p:cNvSpPr>
            <p:nvPr/>
          </p:nvSpPr>
          <p:spPr bwMode="auto">
            <a:xfrm flipV="1">
              <a:off x="2360" y="1936"/>
              <a:ext cx="192" cy="1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2346" name="Text Box 17"/>
            <p:cNvSpPr txBox="1">
              <a:spLocks noChangeArrowheads="1"/>
            </p:cNvSpPr>
            <p:nvPr/>
          </p:nvSpPr>
          <p:spPr bwMode="auto">
            <a:xfrm>
              <a:off x="2296" y="1808"/>
              <a:ext cx="240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600"/>
                <a:t>R</a:t>
              </a:r>
            </a:p>
          </p:txBody>
        </p:sp>
      </p:grpSp>
      <p:grpSp>
        <p:nvGrpSpPr>
          <p:cNvPr id="4" name="Group 54"/>
          <p:cNvGrpSpPr>
            <a:grpSpLocks/>
          </p:cNvGrpSpPr>
          <p:nvPr/>
        </p:nvGrpSpPr>
        <p:grpSpPr bwMode="auto">
          <a:xfrm>
            <a:off x="5638800" y="2667000"/>
            <a:ext cx="3276600" cy="1433513"/>
            <a:chOff x="3648" y="1584"/>
            <a:chExt cx="2064" cy="903"/>
          </a:xfrm>
        </p:grpSpPr>
        <p:grpSp>
          <p:nvGrpSpPr>
            <p:cNvPr id="5" name="Group 37"/>
            <p:cNvGrpSpPr>
              <a:grpSpLocks/>
            </p:cNvGrpSpPr>
            <p:nvPr/>
          </p:nvGrpSpPr>
          <p:grpSpPr bwMode="auto">
            <a:xfrm>
              <a:off x="3648" y="1584"/>
              <a:ext cx="1344" cy="903"/>
              <a:chOff x="3648" y="1440"/>
              <a:chExt cx="1344" cy="903"/>
            </a:xfrm>
          </p:grpSpPr>
          <p:sp>
            <p:nvSpPr>
              <p:cNvPr id="12338" name="Line 38"/>
              <p:cNvSpPr>
                <a:spLocks noChangeShapeType="1"/>
              </p:cNvSpPr>
              <p:nvPr/>
            </p:nvSpPr>
            <p:spPr bwMode="auto">
              <a:xfrm>
                <a:off x="3648" y="1688"/>
                <a:ext cx="1084" cy="0"/>
              </a:xfrm>
              <a:prstGeom prst="line">
                <a:avLst/>
              </a:prstGeom>
              <a:noFill/>
              <a:ln w="5715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2339" name="Line 39"/>
              <p:cNvSpPr>
                <a:spLocks noChangeShapeType="1"/>
              </p:cNvSpPr>
              <p:nvPr/>
            </p:nvSpPr>
            <p:spPr bwMode="auto">
              <a:xfrm>
                <a:off x="3648" y="2160"/>
                <a:ext cx="1084" cy="0"/>
              </a:xfrm>
              <a:prstGeom prst="line">
                <a:avLst/>
              </a:prstGeom>
              <a:noFill/>
              <a:ln w="5715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2340" name="Text Box 40"/>
              <p:cNvSpPr txBox="1">
                <a:spLocks noChangeArrowheads="1"/>
              </p:cNvSpPr>
              <p:nvPr/>
            </p:nvSpPr>
            <p:spPr bwMode="auto">
              <a:xfrm>
                <a:off x="4558" y="1440"/>
                <a:ext cx="434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/>
                  <a:t>+Q</a:t>
                </a:r>
              </a:p>
            </p:txBody>
          </p:sp>
          <p:sp>
            <p:nvSpPr>
              <p:cNvPr id="12341" name="Text Box 41"/>
              <p:cNvSpPr txBox="1">
                <a:spLocks noChangeArrowheads="1"/>
              </p:cNvSpPr>
              <p:nvPr/>
            </p:nvSpPr>
            <p:spPr bwMode="auto">
              <a:xfrm>
                <a:off x="4645" y="2112"/>
                <a:ext cx="347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/>
                  <a:t>-Q</a:t>
                </a:r>
              </a:p>
            </p:txBody>
          </p:sp>
        </p:grpSp>
        <p:sp>
          <p:nvSpPr>
            <p:cNvPr id="12337" name="Text Box 53"/>
            <p:cNvSpPr txBox="1">
              <a:spLocks noChangeArrowheads="1"/>
            </p:cNvSpPr>
            <p:nvPr/>
          </p:nvSpPr>
          <p:spPr bwMode="auto">
            <a:xfrm>
              <a:off x="4848" y="1872"/>
              <a:ext cx="864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600"/>
                <a:t>带电平行板</a:t>
              </a:r>
            </a:p>
          </p:txBody>
        </p:sp>
      </p:grpSp>
      <p:grpSp>
        <p:nvGrpSpPr>
          <p:cNvPr id="6" name="Group 61"/>
          <p:cNvGrpSpPr>
            <a:grpSpLocks/>
          </p:cNvGrpSpPr>
          <p:nvPr/>
        </p:nvGrpSpPr>
        <p:grpSpPr bwMode="auto">
          <a:xfrm>
            <a:off x="304800" y="3962400"/>
            <a:ext cx="1981200" cy="2590800"/>
            <a:chOff x="240" y="2352"/>
            <a:chExt cx="1248" cy="1728"/>
          </a:xfrm>
        </p:grpSpPr>
        <p:grpSp>
          <p:nvGrpSpPr>
            <p:cNvPr id="7" name="Group 62"/>
            <p:cNvGrpSpPr>
              <a:grpSpLocks/>
            </p:cNvGrpSpPr>
            <p:nvPr/>
          </p:nvGrpSpPr>
          <p:grpSpPr bwMode="auto">
            <a:xfrm>
              <a:off x="465" y="2352"/>
              <a:ext cx="1023" cy="1728"/>
              <a:chOff x="480" y="2304"/>
              <a:chExt cx="1023" cy="1728"/>
            </a:xfrm>
          </p:grpSpPr>
          <p:sp>
            <p:nvSpPr>
              <p:cNvPr id="12324" name="AutoShape 63"/>
              <p:cNvSpPr>
                <a:spLocks noChangeArrowheads="1"/>
              </p:cNvSpPr>
              <p:nvPr/>
            </p:nvSpPr>
            <p:spPr bwMode="auto">
              <a:xfrm>
                <a:off x="859" y="2544"/>
                <a:ext cx="492" cy="1098"/>
              </a:xfrm>
              <a:prstGeom prst="can">
                <a:avLst>
                  <a:gd name="adj" fmla="val 41690"/>
                </a:avLst>
              </a:prstGeom>
              <a:gradFill rotWithShape="0">
                <a:gsLst>
                  <a:gs pos="0">
                    <a:srgbClr val="B6BDC2"/>
                  </a:gs>
                  <a:gs pos="50000">
                    <a:srgbClr val="EFF9FF"/>
                  </a:gs>
                  <a:gs pos="100000">
                    <a:srgbClr val="B6BDC2"/>
                  </a:gs>
                </a:gsLst>
                <a:lin ang="0" scaled="1"/>
              </a:gradFill>
              <a:ln w="9525">
                <a:solidFill>
                  <a:srgbClr val="0066FF"/>
                </a:solidFill>
                <a:prstDash val="dash"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325" name="Line 64"/>
              <p:cNvSpPr>
                <a:spLocks noChangeShapeType="1"/>
              </p:cNvSpPr>
              <p:nvPr/>
            </p:nvSpPr>
            <p:spPr bwMode="auto">
              <a:xfrm>
                <a:off x="1110" y="2304"/>
                <a:ext cx="1" cy="1624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prstDash val="lgDashDotDot"/>
                <a:round/>
                <a:headEnd type="none" w="sm" len="lg"/>
                <a:tailEnd type="none" w="sm" len="lg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12326" name="Object 65"/>
              <p:cNvGraphicFramePr>
                <a:graphicFrameLocks noChangeAspect="1"/>
              </p:cNvGraphicFramePr>
              <p:nvPr/>
            </p:nvGraphicFramePr>
            <p:xfrm>
              <a:off x="915" y="2437"/>
              <a:ext cx="224" cy="24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2" imgW="177569" imgH="215619" progId="Equation.3">
                      <p:embed/>
                    </p:oleObj>
                  </mc:Choice>
                  <mc:Fallback>
                    <p:oleObj name="公式" r:id="rId2" imgW="177569" imgH="215619" progId="Equation.3">
                      <p:embed/>
                      <p:pic>
                        <p:nvPicPr>
                          <p:cNvPr id="0" name="Object 6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915" y="2437"/>
                            <a:ext cx="224" cy="249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2327" name="Line 66"/>
              <p:cNvSpPr>
                <a:spLocks noChangeShapeType="1"/>
              </p:cNvSpPr>
              <p:nvPr/>
            </p:nvSpPr>
            <p:spPr bwMode="auto">
              <a:xfrm flipH="1">
                <a:off x="859" y="2654"/>
                <a:ext cx="252" cy="0"/>
              </a:xfrm>
              <a:prstGeom prst="line">
                <a:avLst/>
              </a:prstGeom>
              <a:noFill/>
              <a:ln w="19050">
                <a:solidFill>
                  <a:srgbClr val="FF9933"/>
                </a:solidFill>
                <a:round/>
                <a:headEnd type="none" w="sm" len="lg"/>
                <a:tailEnd type="triangle" w="sm" len="lg"/>
              </a:ln>
              <a:effectLst/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2328" name="Line 67"/>
              <p:cNvSpPr>
                <a:spLocks noChangeShapeType="1"/>
              </p:cNvSpPr>
              <p:nvPr/>
            </p:nvSpPr>
            <p:spPr bwMode="auto">
              <a:xfrm rot="10789799">
                <a:off x="719" y="3832"/>
                <a:ext cx="394" cy="1"/>
              </a:xfrm>
              <a:prstGeom prst="line">
                <a:avLst/>
              </a:prstGeom>
              <a:noFill/>
              <a:ln w="19050">
                <a:solidFill>
                  <a:srgbClr val="FF9933"/>
                </a:solidFill>
                <a:prstDash val="dash"/>
                <a:round/>
                <a:headEnd type="triangle" w="sm" len="lg"/>
                <a:tailEnd type="triangle" w="sm" len="lg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12329" name="Object 68"/>
              <p:cNvGraphicFramePr>
                <a:graphicFrameLocks noChangeAspect="1"/>
              </p:cNvGraphicFramePr>
              <p:nvPr/>
            </p:nvGraphicFramePr>
            <p:xfrm>
              <a:off x="831" y="3801"/>
              <a:ext cx="224" cy="23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4" imgW="190335" imgH="215713" progId="Equation.3">
                      <p:embed/>
                    </p:oleObj>
                  </mc:Choice>
                  <mc:Fallback>
                    <p:oleObj name="公式" r:id="rId4" imgW="190335" imgH="215713" progId="Equation.3">
                      <p:embed/>
                      <p:pic>
                        <p:nvPicPr>
                          <p:cNvPr id="0" name="Object 6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31" y="3801"/>
                            <a:ext cx="224" cy="231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2330" name="AutoShape 69"/>
              <p:cNvSpPr>
                <a:spLocks noChangeArrowheads="1"/>
              </p:cNvSpPr>
              <p:nvPr/>
            </p:nvSpPr>
            <p:spPr bwMode="auto">
              <a:xfrm>
                <a:off x="716" y="2439"/>
                <a:ext cx="787" cy="1330"/>
              </a:xfrm>
              <a:prstGeom prst="can">
                <a:avLst>
                  <a:gd name="adj" fmla="val 52201"/>
                </a:avLst>
              </a:prstGeom>
              <a:noFill/>
              <a:ln w="28575">
                <a:solidFill>
                  <a:srgbClr val="0066FF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331" name="Line 70"/>
              <p:cNvSpPr>
                <a:spLocks noChangeShapeType="1"/>
              </p:cNvSpPr>
              <p:nvPr/>
            </p:nvSpPr>
            <p:spPr bwMode="auto">
              <a:xfrm>
                <a:off x="716" y="3578"/>
                <a:ext cx="0" cy="35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2332" name="Line 71"/>
              <p:cNvSpPr>
                <a:spLocks noChangeShapeType="1"/>
              </p:cNvSpPr>
              <p:nvPr/>
            </p:nvSpPr>
            <p:spPr bwMode="auto">
              <a:xfrm>
                <a:off x="1262" y="3833"/>
                <a:ext cx="111" cy="0"/>
              </a:xfrm>
              <a:prstGeom prst="line">
                <a:avLst/>
              </a:prstGeom>
              <a:noFill/>
              <a:ln w="19050">
                <a:solidFill>
                  <a:srgbClr val="FF3399"/>
                </a:solidFill>
                <a:round/>
                <a:headEnd type="none" w="sm" len="lg"/>
                <a:tailEnd type="triangle" w="sm" len="lg"/>
              </a:ln>
              <a:effectLst/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2333" name="Line 72"/>
              <p:cNvSpPr>
                <a:spLocks noChangeShapeType="1"/>
              </p:cNvSpPr>
              <p:nvPr/>
            </p:nvSpPr>
            <p:spPr bwMode="auto">
              <a:xfrm>
                <a:off x="1373" y="3610"/>
                <a:ext cx="0" cy="31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2334" name="Rectangle 73"/>
              <p:cNvSpPr>
                <a:spLocks noChangeArrowheads="1"/>
              </p:cNvSpPr>
              <p:nvPr/>
            </p:nvSpPr>
            <p:spPr bwMode="auto">
              <a:xfrm>
                <a:off x="864" y="2896"/>
                <a:ext cx="277" cy="24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altLang="zh-CN" sz="1800">
                    <a:sym typeface="Symbol" pitchFamily="18" charset="2"/>
                  </a:rPr>
                  <a:t>+</a:t>
                </a:r>
              </a:p>
            </p:txBody>
          </p:sp>
          <p:sp>
            <p:nvSpPr>
              <p:cNvPr id="12335" name="Rectangle 74"/>
              <p:cNvSpPr>
                <a:spLocks noChangeArrowheads="1"/>
              </p:cNvSpPr>
              <p:nvPr/>
            </p:nvSpPr>
            <p:spPr bwMode="auto">
              <a:xfrm>
                <a:off x="480" y="3088"/>
                <a:ext cx="243" cy="24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altLang="zh-CN" sz="1800">
                    <a:sym typeface="Symbol" pitchFamily="18" charset="2"/>
                  </a:rPr>
                  <a:t>-</a:t>
                </a:r>
              </a:p>
            </p:txBody>
          </p:sp>
        </p:grpSp>
        <p:sp>
          <p:nvSpPr>
            <p:cNvPr id="12323" name="Text Box 75"/>
            <p:cNvSpPr txBox="1">
              <a:spLocks noChangeArrowheads="1"/>
            </p:cNvSpPr>
            <p:nvPr/>
          </p:nvSpPr>
          <p:spPr bwMode="auto">
            <a:xfrm>
              <a:off x="240" y="2640"/>
              <a:ext cx="288" cy="9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/>
                <a:t>同轴圆柱面</a:t>
              </a:r>
            </a:p>
          </p:txBody>
        </p:sp>
      </p:grpSp>
      <p:grpSp>
        <p:nvGrpSpPr>
          <p:cNvPr id="8" name="Group 76"/>
          <p:cNvGrpSpPr>
            <a:grpSpLocks/>
          </p:cNvGrpSpPr>
          <p:nvPr/>
        </p:nvGrpSpPr>
        <p:grpSpPr bwMode="auto">
          <a:xfrm>
            <a:off x="3429000" y="4343400"/>
            <a:ext cx="1752600" cy="1874838"/>
            <a:chOff x="4416" y="1488"/>
            <a:chExt cx="1104" cy="1492"/>
          </a:xfrm>
        </p:grpSpPr>
        <p:sp>
          <p:nvSpPr>
            <p:cNvPr id="12319" name="Line 77"/>
            <p:cNvSpPr>
              <a:spLocks noChangeShapeType="1"/>
            </p:cNvSpPr>
            <p:nvPr/>
          </p:nvSpPr>
          <p:spPr bwMode="auto">
            <a:xfrm>
              <a:off x="4848" y="1488"/>
              <a:ext cx="0" cy="120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2320" name="Text Box 78"/>
            <p:cNvSpPr txBox="1">
              <a:spLocks noChangeArrowheads="1"/>
            </p:cNvSpPr>
            <p:nvPr/>
          </p:nvSpPr>
          <p:spPr bwMode="auto">
            <a:xfrm>
              <a:off x="4656" y="1872"/>
              <a:ext cx="192" cy="2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>
                  <a:sym typeface="Symbol" pitchFamily="18" charset="2"/>
                </a:rPr>
                <a:t></a:t>
              </a:r>
              <a:endParaRPr lang="en-US" altLang="zh-CN" sz="1800"/>
            </a:p>
          </p:txBody>
        </p:sp>
        <p:sp>
          <p:nvSpPr>
            <p:cNvPr id="12321" name="Text Box 79"/>
            <p:cNvSpPr txBox="1">
              <a:spLocks noChangeArrowheads="1"/>
            </p:cNvSpPr>
            <p:nvPr/>
          </p:nvSpPr>
          <p:spPr bwMode="auto">
            <a:xfrm>
              <a:off x="4416" y="2688"/>
              <a:ext cx="1104" cy="2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/>
                <a:t>长直带电导线</a:t>
              </a:r>
            </a:p>
          </p:txBody>
        </p:sp>
      </p:grpSp>
      <p:grpSp>
        <p:nvGrpSpPr>
          <p:cNvPr id="9" name="Group 80"/>
          <p:cNvGrpSpPr>
            <a:grpSpLocks/>
          </p:cNvGrpSpPr>
          <p:nvPr/>
        </p:nvGrpSpPr>
        <p:grpSpPr bwMode="auto">
          <a:xfrm>
            <a:off x="6172200" y="4470400"/>
            <a:ext cx="2209800" cy="1771650"/>
            <a:chOff x="3888" y="2736"/>
            <a:chExt cx="1488" cy="1260"/>
          </a:xfrm>
        </p:grpSpPr>
        <p:grpSp>
          <p:nvGrpSpPr>
            <p:cNvPr id="10" name="Group 81"/>
            <p:cNvGrpSpPr>
              <a:grpSpLocks/>
            </p:cNvGrpSpPr>
            <p:nvPr/>
          </p:nvGrpSpPr>
          <p:grpSpPr bwMode="auto">
            <a:xfrm>
              <a:off x="3888" y="2736"/>
              <a:ext cx="1265" cy="1260"/>
              <a:chOff x="3727" y="2676"/>
              <a:chExt cx="1265" cy="1260"/>
            </a:xfrm>
          </p:grpSpPr>
          <p:sp>
            <p:nvSpPr>
              <p:cNvPr id="12310" name="Oval 82"/>
              <p:cNvSpPr>
                <a:spLocks noChangeArrowheads="1"/>
              </p:cNvSpPr>
              <p:nvPr/>
            </p:nvSpPr>
            <p:spPr bwMode="auto">
              <a:xfrm>
                <a:off x="4120" y="3084"/>
                <a:ext cx="480" cy="432"/>
              </a:xfrm>
              <a:prstGeom prst="ellipse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311" name="Oval 83"/>
              <p:cNvSpPr>
                <a:spLocks noChangeArrowheads="1"/>
              </p:cNvSpPr>
              <p:nvPr/>
            </p:nvSpPr>
            <p:spPr bwMode="auto">
              <a:xfrm>
                <a:off x="3824" y="2780"/>
                <a:ext cx="1061" cy="1056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312" name="Oval 84"/>
              <p:cNvSpPr>
                <a:spLocks noChangeArrowheads="1"/>
              </p:cNvSpPr>
              <p:nvPr/>
            </p:nvSpPr>
            <p:spPr bwMode="auto">
              <a:xfrm>
                <a:off x="3727" y="2676"/>
                <a:ext cx="1265" cy="1260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313" name="Line 85"/>
              <p:cNvSpPr>
                <a:spLocks noChangeShapeType="1"/>
              </p:cNvSpPr>
              <p:nvPr/>
            </p:nvSpPr>
            <p:spPr bwMode="auto">
              <a:xfrm flipV="1">
                <a:off x="4384" y="3216"/>
                <a:ext cx="192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2314" name="Text Box 86"/>
              <p:cNvSpPr txBox="1">
                <a:spLocks noChangeArrowheads="1"/>
              </p:cNvSpPr>
              <p:nvPr/>
            </p:nvSpPr>
            <p:spPr bwMode="auto">
              <a:xfrm>
                <a:off x="4232" y="3080"/>
                <a:ext cx="288" cy="21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400" dirty="0"/>
                  <a:t>R</a:t>
                </a:r>
                <a:r>
                  <a:rPr lang="en-US" altLang="zh-CN" sz="1400" baseline="-25000" dirty="0"/>
                  <a:t>1</a:t>
                </a:r>
                <a:endParaRPr lang="en-US" altLang="zh-CN" sz="1400" dirty="0"/>
              </a:p>
            </p:txBody>
          </p:sp>
          <p:sp>
            <p:nvSpPr>
              <p:cNvPr id="12315" name="Text Box 87"/>
              <p:cNvSpPr txBox="1">
                <a:spLocks noChangeArrowheads="1"/>
              </p:cNvSpPr>
              <p:nvPr/>
            </p:nvSpPr>
            <p:spPr bwMode="auto">
              <a:xfrm>
                <a:off x="4536" y="3432"/>
                <a:ext cx="288" cy="21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400"/>
                  <a:t>R</a:t>
                </a:r>
                <a:r>
                  <a:rPr lang="en-US" altLang="zh-CN" sz="1400" baseline="-25000"/>
                  <a:t>2</a:t>
                </a:r>
                <a:endParaRPr lang="en-US" altLang="zh-CN" sz="1400"/>
              </a:p>
            </p:txBody>
          </p:sp>
          <p:sp>
            <p:nvSpPr>
              <p:cNvPr id="12316" name="Text Box 88"/>
              <p:cNvSpPr txBox="1">
                <a:spLocks noChangeArrowheads="1"/>
              </p:cNvSpPr>
              <p:nvPr/>
            </p:nvSpPr>
            <p:spPr bwMode="auto">
              <a:xfrm>
                <a:off x="3919" y="3480"/>
                <a:ext cx="289" cy="21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400"/>
                  <a:t>R</a:t>
                </a:r>
                <a:r>
                  <a:rPr lang="en-US" altLang="zh-CN" sz="1400" baseline="-25000"/>
                  <a:t>3</a:t>
                </a:r>
                <a:endParaRPr lang="en-US" altLang="zh-CN" sz="1400"/>
              </a:p>
            </p:txBody>
          </p:sp>
          <p:sp>
            <p:nvSpPr>
              <p:cNvPr id="12317" name="Line 89"/>
              <p:cNvSpPr>
                <a:spLocks noChangeShapeType="1"/>
              </p:cNvSpPr>
              <p:nvPr/>
            </p:nvSpPr>
            <p:spPr bwMode="auto">
              <a:xfrm>
                <a:off x="4384" y="3328"/>
                <a:ext cx="288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2318" name="Line 90"/>
              <p:cNvSpPr>
                <a:spLocks noChangeShapeType="1"/>
              </p:cNvSpPr>
              <p:nvPr/>
            </p:nvSpPr>
            <p:spPr bwMode="auto">
              <a:xfrm flipH="1">
                <a:off x="4032" y="3312"/>
                <a:ext cx="336" cy="52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sp>
          <p:nvSpPr>
            <p:cNvPr id="12308" name="Text Box 91"/>
            <p:cNvSpPr txBox="1">
              <a:spLocks noChangeArrowheads="1"/>
            </p:cNvSpPr>
            <p:nvPr/>
          </p:nvSpPr>
          <p:spPr bwMode="auto">
            <a:xfrm>
              <a:off x="4368" y="2928"/>
              <a:ext cx="288" cy="2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600"/>
                <a:t>Q</a:t>
              </a:r>
              <a:r>
                <a:rPr lang="en-US" altLang="zh-CN" sz="1600" baseline="-25000"/>
                <a:t>1</a:t>
              </a:r>
              <a:endParaRPr lang="en-US" altLang="zh-CN" sz="1600"/>
            </a:p>
          </p:txBody>
        </p:sp>
        <p:sp>
          <p:nvSpPr>
            <p:cNvPr id="12309" name="Text Box 92"/>
            <p:cNvSpPr txBox="1">
              <a:spLocks noChangeArrowheads="1"/>
            </p:cNvSpPr>
            <p:nvPr/>
          </p:nvSpPr>
          <p:spPr bwMode="auto">
            <a:xfrm>
              <a:off x="5088" y="2881"/>
              <a:ext cx="288" cy="2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600"/>
                <a:t>Q</a:t>
              </a:r>
              <a:r>
                <a:rPr lang="en-US" altLang="zh-CN" sz="1600" baseline="-25000"/>
                <a:t>2</a:t>
              </a:r>
              <a:endParaRPr lang="en-US" altLang="zh-CN" sz="1600"/>
            </a:p>
          </p:txBody>
        </p:sp>
      </p:grpSp>
      <p:grpSp>
        <p:nvGrpSpPr>
          <p:cNvPr id="60" name="Group 16"/>
          <p:cNvGrpSpPr>
            <a:grpSpLocks/>
          </p:cNvGrpSpPr>
          <p:nvPr/>
        </p:nvGrpSpPr>
        <p:grpSpPr bwMode="auto">
          <a:xfrm>
            <a:off x="107504" y="116632"/>
            <a:ext cx="833438" cy="762000"/>
            <a:chOff x="397" y="211"/>
            <a:chExt cx="525" cy="480"/>
          </a:xfrm>
        </p:grpSpPr>
        <p:sp>
          <p:nvSpPr>
            <p:cNvPr id="61" name="Freeform 17"/>
            <p:cNvSpPr>
              <a:spLocks/>
            </p:cNvSpPr>
            <p:nvPr/>
          </p:nvSpPr>
          <p:spPr bwMode="gray">
            <a:xfrm>
              <a:off x="397" y="211"/>
              <a:ext cx="525" cy="480"/>
            </a:xfrm>
            <a:custGeom>
              <a:avLst/>
              <a:gdLst/>
              <a:ahLst/>
              <a:cxnLst>
                <a:cxn ang="0">
                  <a:pos x="225" y="217"/>
                </a:cxn>
                <a:cxn ang="0">
                  <a:pos x="133" y="0"/>
                </a:cxn>
                <a:cxn ang="0">
                  <a:pos x="263" y="193"/>
                </a:cxn>
                <a:cxn ang="0">
                  <a:pos x="393" y="0"/>
                </a:cxn>
                <a:cxn ang="0">
                  <a:pos x="299" y="217"/>
                </a:cxn>
                <a:cxn ang="0">
                  <a:pos x="524" y="240"/>
                </a:cxn>
                <a:cxn ang="0">
                  <a:pos x="298" y="262"/>
                </a:cxn>
                <a:cxn ang="0">
                  <a:pos x="393" y="479"/>
                </a:cxn>
                <a:cxn ang="0">
                  <a:pos x="263" y="286"/>
                </a:cxn>
                <a:cxn ang="0">
                  <a:pos x="133" y="479"/>
                </a:cxn>
                <a:cxn ang="0">
                  <a:pos x="224" y="263"/>
                </a:cxn>
                <a:cxn ang="0">
                  <a:pos x="0" y="240"/>
                </a:cxn>
                <a:cxn ang="0">
                  <a:pos x="225" y="217"/>
                </a:cxn>
              </a:cxnLst>
              <a:rect l="0" t="0" r="r" b="b"/>
              <a:pathLst>
                <a:path w="525" h="480">
                  <a:moveTo>
                    <a:pt x="225" y="217"/>
                  </a:moveTo>
                  <a:lnTo>
                    <a:pt x="133" y="0"/>
                  </a:lnTo>
                  <a:lnTo>
                    <a:pt x="263" y="193"/>
                  </a:lnTo>
                  <a:lnTo>
                    <a:pt x="393" y="0"/>
                  </a:lnTo>
                  <a:lnTo>
                    <a:pt x="299" y="217"/>
                  </a:lnTo>
                  <a:lnTo>
                    <a:pt x="524" y="240"/>
                  </a:lnTo>
                  <a:lnTo>
                    <a:pt x="298" y="262"/>
                  </a:lnTo>
                  <a:lnTo>
                    <a:pt x="393" y="479"/>
                  </a:lnTo>
                  <a:lnTo>
                    <a:pt x="263" y="286"/>
                  </a:lnTo>
                  <a:lnTo>
                    <a:pt x="133" y="479"/>
                  </a:lnTo>
                  <a:lnTo>
                    <a:pt x="224" y="263"/>
                  </a:lnTo>
                  <a:lnTo>
                    <a:pt x="0" y="240"/>
                  </a:lnTo>
                  <a:lnTo>
                    <a:pt x="225" y="217"/>
                  </a:lnTo>
                </a:path>
              </a:pathLst>
            </a:custGeom>
            <a:gradFill rotWithShape="0">
              <a:gsLst>
                <a:gs pos="0">
                  <a:srgbClr val="FF6600"/>
                </a:gs>
                <a:gs pos="100000">
                  <a:srgbClr val="FFFFFF"/>
                </a:gs>
              </a:gsLst>
              <a:path path="rect">
                <a:fillToRect l="50000" t="50000" r="50000" b="50000"/>
              </a:path>
            </a:gradFill>
            <a:ln w="9525" cap="rnd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" name="Freeform 18"/>
            <p:cNvSpPr>
              <a:spLocks/>
            </p:cNvSpPr>
            <p:nvPr/>
          </p:nvSpPr>
          <p:spPr bwMode="gray">
            <a:xfrm>
              <a:off x="469" y="276"/>
              <a:ext cx="382" cy="350"/>
            </a:xfrm>
            <a:custGeom>
              <a:avLst/>
              <a:gdLst/>
              <a:ahLst/>
              <a:cxnLst>
                <a:cxn ang="0">
                  <a:pos x="153" y="153"/>
                </a:cxn>
                <a:cxn ang="0">
                  <a:pos x="95" y="0"/>
                </a:cxn>
                <a:cxn ang="0">
                  <a:pos x="191" y="128"/>
                </a:cxn>
                <a:cxn ang="0">
                  <a:pos x="284" y="0"/>
                </a:cxn>
                <a:cxn ang="0">
                  <a:pos x="227" y="153"/>
                </a:cxn>
                <a:cxn ang="0">
                  <a:pos x="381" y="175"/>
                </a:cxn>
                <a:cxn ang="0">
                  <a:pos x="226" y="196"/>
                </a:cxn>
                <a:cxn ang="0">
                  <a:pos x="284" y="349"/>
                </a:cxn>
                <a:cxn ang="0">
                  <a:pos x="191" y="221"/>
                </a:cxn>
                <a:cxn ang="0">
                  <a:pos x="95" y="349"/>
                </a:cxn>
                <a:cxn ang="0">
                  <a:pos x="152" y="198"/>
                </a:cxn>
                <a:cxn ang="0">
                  <a:pos x="0" y="175"/>
                </a:cxn>
                <a:cxn ang="0">
                  <a:pos x="153" y="153"/>
                </a:cxn>
              </a:cxnLst>
              <a:rect l="0" t="0" r="r" b="b"/>
              <a:pathLst>
                <a:path w="382" h="350">
                  <a:moveTo>
                    <a:pt x="153" y="153"/>
                  </a:moveTo>
                  <a:lnTo>
                    <a:pt x="95" y="0"/>
                  </a:lnTo>
                  <a:lnTo>
                    <a:pt x="191" y="128"/>
                  </a:lnTo>
                  <a:lnTo>
                    <a:pt x="284" y="0"/>
                  </a:lnTo>
                  <a:lnTo>
                    <a:pt x="227" y="153"/>
                  </a:lnTo>
                  <a:lnTo>
                    <a:pt x="381" y="175"/>
                  </a:lnTo>
                  <a:lnTo>
                    <a:pt x="226" y="196"/>
                  </a:lnTo>
                  <a:lnTo>
                    <a:pt x="284" y="349"/>
                  </a:lnTo>
                  <a:lnTo>
                    <a:pt x="191" y="221"/>
                  </a:lnTo>
                  <a:lnTo>
                    <a:pt x="95" y="349"/>
                  </a:lnTo>
                  <a:lnTo>
                    <a:pt x="152" y="198"/>
                  </a:lnTo>
                  <a:lnTo>
                    <a:pt x="0" y="175"/>
                  </a:lnTo>
                  <a:lnTo>
                    <a:pt x="153" y="153"/>
                  </a:lnTo>
                </a:path>
              </a:pathLst>
            </a:custGeom>
            <a:gradFill rotWithShape="0">
              <a:gsLst>
                <a:gs pos="0">
                  <a:srgbClr val="FF6600"/>
                </a:gs>
                <a:gs pos="100000">
                  <a:srgbClr val="FFFFFF"/>
                </a:gs>
              </a:gsLst>
              <a:path path="rect">
                <a:fillToRect l="50000" t="50000" r="50000" b="50000"/>
              </a:path>
            </a:gradFill>
            <a:ln w="9525" cap="rnd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" name="Freeform 19"/>
            <p:cNvSpPr>
              <a:spLocks/>
            </p:cNvSpPr>
            <p:nvPr/>
          </p:nvSpPr>
          <p:spPr bwMode="gray">
            <a:xfrm>
              <a:off x="525" y="285"/>
              <a:ext cx="270" cy="332"/>
            </a:xfrm>
            <a:custGeom>
              <a:avLst/>
              <a:gdLst/>
              <a:ahLst/>
              <a:cxnLst>
                <a:cxn ang="0">
                  <a:pos x="0" y="84"/>
                </a:cxn>
                <a:cxn ang="0">
                  <a:pos x="122" y="143"/>
                </a:cxn>
                <a:cxn ang="0">
                  <a:pos x="135" y="0"/>
                </a:cxn>
                <a:cxn ang="0">
                  <a:pos x="147" y="143"/>
                </a:cxn>
                <a:cxn ang="0">
                  <a:pos x="268" y="82"/>
                </a:cxn>
                <a:cxn ang="0">
                  <a:pos x="159" y="166"/>
                </a:cxn>
                <a:cxn ang="0">
                  <a:pos x="269" y="249"/>
                </a:cxn>
                <a:cxn ang="0">
                  <a:pos x="147" y="189"/>
                </a:cxn>
                <a:cxn ang="0">
                  <a:pos x="135" y="331"/>
                </a:cxn>
                <a:cxn ang="0">
                  <a:pos x="122" y="189"/>
                </a:cxn>
                <a:cxn ang="0">
                  <a:pos x="0" y="249"/>
                </a:cxn>
                <a:cxn ang="0">
                  <a:pos x="110" y="166"/>
                </a:cxn>
                <a:cxn ang="0">
                  <a:pos x="0" y="84"/>
                </a:cxn>
              </a:cxnLst>
              <a:rect l="0" t="0" r="r" b="b"/>
              <a:pathLst>
                <a:path w="270" h="332">
                  <a:moveTo>
                    <a:pt x="0" y="84"/>
                  </a:moveTo>
                  <a:lnTo>
                    <a:pt x="122" y="143"/>
                  </a:lnTo>
                  <a:lnTo>
                    <a:pt x="135" y="0"/>
                  </a:lnTo>
                  <a:lnTo>
                    <a:pt x="147" y="143"/>
                  </a:lnTo>
                  <a:lnTo>
                    <a:pt x="268" y="82"/>
                  </a:lnTo>
                  <a:lnTo>
                    <a:pt x="159" y="166"/>
                  </a:lnTo>
                  <a:lnTo>
                    <a:pt x="269" y="249"/>
                  </a:lnTo>
                  <a:lnTo>
                    <a:pt x="147" y="189"/>
                  </a:lnTo>
                  <a:lnTo>
                    <a:pt x="135" y="331"/>
                  </a:lnTo>
                  <a:lnTo>
                    <a:pt x="122" y="189"/>
                  </a:lnTo>
                  <a:lnTo>
                    <a:pt x="0" y="249"/>
                  </a:lnTo>
                  <a:lnTo>
                    <a:pt x="110" y="166"/>
                  </a:lnTo>
                  <a:lnTo>
                    <a:pt x="0" y="84"/>
                  </a:lnTo>
                </a:path>
              </a:pathLst>
            </a:custGeom>
            <a:gradFill rotWithShape="0">
              <a:gsLst>
                <a:gs pos="0">
                  <a:srgbClr val="FF6600"/>
                </a:gs>
                <a:gs pos="100000">
                  <a:srgbClr val="FFFFFF"/>
                </a:gs>
              </a:gsLst>
              <a:path path="rect">
                <a:fillToRect l="50000" t="50000" r="50000" b="50000"/>
              </a:path>
            </a:gradFill>
            <a:ln w="9525" cap="rnd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" name="Freeform 20"/>
            <p:cNvSpPr>
              <a:spLocks/>
            </p:cNvSpPr>
            <p:nvPr/>
          </p:nvSpPr>
          <p:spPr bwMode="gray">
            <a:xfrm>
              <a:off x="626" y="408"/>
              <a:ext cx="68" cy="85"/>
            </a:xfrm>
            <a:custGeom>
              <a:avLst/>
              <a:gdLst/>
              <a:ahLst/>
              <a:cxnLst>
                <a:cxn ang="0">
                  <a:pos x="0" y="20"/>
                </a:cxn>
                <a:cxn ang="0">
                  <a:pos x="27" y="30"/>
                </a:cxn>
                <a:cxn ang="0">
                  <a:pos x="33" y="0"/>
                </a:cxn>
                <a:cxn ang="0">
                  <a:pos x="39" y="30"/>
                </a:cxn>
                <a:cxn ang="0">
                  <a:pos x="67" y="20"/>
                </a:cxn>
                <a:cxn ang="0">
                  <a:pos x="45" y="42"/>
                </a:cxn>
                <a:cxn ang="0">
                  <a:pos x="67" y="62"/>
                </a:cxn>
                <a:cxn ang="0">
                  <a:pos x="39" y="52"/>
                </a:cxn>
                <a:cxn ang="0">
                  <a:pos x="33" y="84"/>
                </a:cxn>
                <a:cxn ang="0">
                  <a:pos x="27" y="52"/>
                </a:cxn>
                <a:cxn ang="0">
                  <a:pos x="0" y="62"/>
                </a:cxn>
                <a:cxn ang="0">
                  <a:pos x="21" y="42"/>
                </a:cxn>
                <a:cxn ang="0">
                  <a:pos x="0" y="20"/>
                </a:cxn>
              </a:cxnLst>
              <a:rect l="0" t="0" r="r" b="b"/>
              <a:pathLst>
                <a:path w="68" h="85">
                  <a:moveTo>
                    <a:pt x="0" y="20"/>
                  </a:moveTo>
                  <a:lnTo>
                    <a:pt x="27" y="30"/>
                  </a:lnTo>
                  <a:lnTo>
                    <a:pt x="33" y="0"/>
                  </a:lnTo>
                  <a:lnTo>
                    <a:pt x="39" y="30"/>
                  </a:lnTo>
                  <a:lnTo>
                    <a:pt x="67" y="20"/>
                  </a:lnTo>
                  <a:lnTo>
                    <a:pt x="45" y="42"/>
                  </a:lnTo>
                  <a:lnTo>
                    <a:pt x="67" y="62"/>
                  </a:lnTo>
                  <a:lnTo>
                    <a:pt x="39" y="52"/>
                  </a:lnTo>
                  <a:lnTo>
                    <a:pt x="33" y="84"/>
                  </a:lnTo>
                  <a:lnTo>
                    <a:pt x="27" y="52"/>
                  </a:lnTo>
                  <a:lnTo>
                    <a:pt x="0" y="62"/>
                  </a:lnTo>
                  <a:lnTo>
                    <a:pt x="21" y="42"/>
                  </a:lnTo>
                  <a:lnTo>
                    <a:pt x="0" y="20"/>
                  </a:lnTo>
                </a:path>
              </a:pathLst>
            </a:custGeom>
            <a:gradFill rotWithShape="0">
              <a:gsLst>
                <a:gs pos="0">
                  <a:srgbClr val="FF6600"/>
                </a:gs>
                <a:gs pos="100000">
                  <a:srgbClr val="FFFFFF"/>
                </a:gs>
              </a:gsLst>
              <a:path path="rect">
                <a:fillToRect l="50000" t="50000" r="50000" b="50000"/>
              </a:path>
            </a:gradFill>
            <a:ln w="9525" cap="rnd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247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7813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8" name="Text Box 52"/>
          <p:cNvSpPr txBox="1">
            <a:spLocks noChangeArrowheads="1"/>
          </p:cNvSpPr>
          <p:nvPr/>
        </p:nvSpPr>
        <p:spPr bwMode="auto">
          <a:xfrm>
            <a:off x="179512" y="116632"/>
            <a:ext cx="405956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rgbClr val="0000FF"/>
                </a:solidFill>
              </a:rPr>
              <a:t>第七章 磁场</a:t>
            </a:r>
            <a:r>
              <a:rPr lang="zh-CN" altLang="en-US" sz="3200" b="1" dirty="0">
                <a:solidFill>
                  <a:srgbClr val="A50021"/>
                </a:solidFill>
              </a:rPr>
              <a:t> </a:t>
            </a:r>
          </a:p>
        </p:txBody>
      </p:sp>
      <p:sp>
        <p:nvSpPr>
          <p:cNvPr id="59" name="Text Box 2"/>
          <p:cNvSpPr txBox="1">
            <a:spLocks noChangeArrowheads="1"/>
          </p:cNvSpPr>
          <p:nvPr/>
        </p:nvSpPr>
        <p:spPr bwMode="auto">
          <a:xfrm>
            <a:off x="539552" y="2348880"/>
            <a:ext cx="1368152" cy="1384995"/>
          </a:xfrm>
          <a:prstGeom prst="rect">
            <a:avLst/>
          </a:prstGeom>
          <a:solidFill>
            <a:srgbClr val="FFCCFF"/>
          </a:solidFill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r>
              <a:rPr kumimoji="1" lang="zh-CN" altLang="en-US" sz="2800" b="1" dirty="0">
                <a:latin typeface="Times New Roman" pitchFamily="18" charset="0"/>
                <a:ea typeface="楷体_GB2312" pitchFamily="49" charset="-122"/>
              </a:rPr>
              <a:t>磁感应强度</a:t>
            </a:r>
            <a:r>
              <a:rPr kumimoji="1" lang="en-US" altLang="zh-CN" sz="2800" b="1" dirty="0"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zh-CN" altLang="en-US" sz="2800" b="1" dirty="0">
                <a:latin typeface="Times New Roman" pitchFamily="18" charset="0"/>
                <a:ea typeface="楷体_GB2312" pitchFamily="49" charset="-122"/>
              </a:rPr>
              <a:t>的计算</a:t>
            </a:r>
          </a:p>
        </p:txBody>
      </p:sp>
      <p:sp>
        <p:nvSpPr>
          <p:cNvPr id="60" name="Text Box 3"/>
          <p:cNvSpPr txBox="1">
            <a:spLocks noChangeArrowheads="1"/>
          </p:cNvSpPr>
          <p:nvPr/>
        </p:nvSpPr>
        <p:spPr bwMode="auto">
          <a:xfrm>
            <a:off x="2483768" y="980728"/>
            <a:ext cx="2223686" cy="400110"/>
          </a:xfrm>
          <a:prstGeom prst="rect">
            <a:avLst/>
          </a:prstGeom>
          <a:solidFill>
            <a:srgbClr val="FFCCFF"/>
          </a:solidFill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r>
              <a:rPr lang="zh-CN" altLang="en-US" sz="2000" b="1" dirty="0"/>
              <a:t>毕奥</a:t>
            </a:r>
            <a:r>
              <a:rPr lang="en-US" altLang="zh-CN" sz="2000" b="1" dirty="0"/>
              <a:t>—</a:t>
            </a:r>
            <a:r>
              <a:rPr lang="zh-CN" altLang="en-US" sz="2000" b="1" dirty="0"/>
              <a:t>萨伐尔定律</a:t>
            </a:r>
          </a:p>
        </p:txBody>
      </p:sp>
      <p:sp>
        <p:nvSpPr>
          <p:cNvPr id="62" name="Text Box 5"/>
          <p:cNvSpPr txBox="1">
            <a:spLocks noChangeArrowheads="1"/>
          </p:cNvSpPr>
          <p:nvPr/>
        </p:nvSpPr>
        <p:spPr bwMode="auto">
          <a:xfrm>
            <a:off x="2627784" y="4077072"/>
            <a:ext cx="2040943" cy="461665"/>
          </a:xfrm>
          <a:prstGeom prst="rect">
            <a:avLst/>
          </a:prstGeom>
          <a:solidFill>
            <a:srgbClr val="FFCCFF"/>
          </a:solidFill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400" b="1" dirty="0">
                <a:latin typeface="Times New Roman" pitchFamily="18" charset="0"/>
                <a:ea typeface="楷体_GB2312" pitchFamily="49" charset="-122"/>
              </a:rPr>
              <a:t>安培环路定理</a:t>
            </a:r>
          </a:p>
        </p:txBody>
      </p:sp>
      <p:sp>
        <p:nvSpPr>
          <p:cNvPr id="64" name="Line 6"/>
          <p:cNvSpPr>
            <a:spLocks noChangeShapeType="1"/>
          </p:cNvSpPr>
          <p:nvPr/>
        </p:nvSpPr>
        <p:spPr bwMode="auto">
          <a:xfrm flipV="1">
            <a:off x="1979712" y="1340768"/>
            <a:ext cx="504056" cy="1465312"/>
          </a:xfrm>
          <a:prstGeom prst="line">
            <a:avLst/>
          </a:prstGeom>
          <a:noFill/>
          <a:ln w="12700">
            <a:solidFill>
              <a:schemeClr val="hlink"/>
            </a:solidFill>
            <a:round/>
            <a:headEnd type="none" w="sm" len="sm"/>
            <a:tailEnd type="triangle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" name="Line 12"/>
          <p:cNvSpPr>
            <a:spLocks noChangeShapeType="1"/>
          </p:cNvSpPr>
          <p:nvPr/>
        </p:nvSpPr>
        <p:spPr bwMode="auto">
          <a:xfrm>
            <a:off x="1979712" y="3140968"/>
            <a:ext cx="648072" cy="1152128"/>
          </a:xfrm>
          <a:prstGeom prst="line">
            <a:avLst/>
          </a:prstGeom>
          <a:noFill/>
          <a:ln w="12700">
            <a:solidFill>
              <a:schemeClr val="hlink"/>
            </a:solidFill>
            <a:round/>
            <a:headEnd type="none" w="sm" len="sm"/>
            <a:tailEnd type="triangle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3" name="AutoShape 15"/>
          <p:cNvSpPr>
            <a:spLocks noChangeArrowheads="1"/>
          </p:cNvSpPr>
          <p:nvPr/>
        </p:nvSpPr>
        <p:spPr bwMode="auto">
          <a:xfrm>
            <a:off x="4716016" y="1124744"/>
            <a:ext cx="304800" cy="76200"/>
          </a:xfrm>
          <a:prstGeom prst="rightArrow">
            <a:avLst>
              <a:gd name="adj1" fmla="val 50000"/>
              <a:gd name="adj2" fmla="val 100000"/>
            </a:avLst>
          </a:prstGeom>
          <a:solidFill>
            <a:schemeClr val="tx2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cxnSp>
        <p:nvCxnSpPr>
          <p:cNvPr id="102" name="直接箭头连接符 101"/>
          <p:cNvCxnSpPr/>
          <p:nvPr/>
        </p:nvCxnSpPr>
        <p:spPr>
          <a:xfrm rot="5400000" flipH="1" flipV="1">
            <a:off x="1943708" y="2384884"/>
            <a:ext cx="648072" cy="576064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266" name="Object 2"/>
          <p:cNvGraphicFramePr>
            <a:graphicFrameLocks noChangeAspect="1"/>
          </p:cNvGraphicFramePr>
          <p:nvPr/>
        </p:nvGraphicFramePr>
        <p:xfrm>
          <a:off x="2699792" y="2348880"/>
          <a:ext cx="1419225" cy="6831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98400" imgH="304560" progId="Equation.3">
                  <p:embed/>
                </p:oleObj>
              </mc:Choice>
              <mc:Fallback>
                <p:oleObj name="Equation" r:id="rId2" imgW="698400" imgH="30456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9792" y="2348880"/>
                        <a:ext cx="1419225" cy="68319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9" name="Object 9"/>
          <p:cNvGraphicFramePr>
            <a:graphicFrameLocks noChangeAspect="1"/>
          </p:cNvGraphicFramePr>
          <p:nvPr/>
        </p:nvGraphicFramePr>
        <p:xfrm>
          <a:off x="5148064" y="908720"/>
          <a:ext cx="1658957" cy="720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028520" imgH="419040" progId="Equation.3">
                  <p:embed/>
                </p:oleObj>
              </mc:Choice>
              <mc:Fallback>
                <p:oleObj name="公式" r:id="rId4" imgW="1028520" imgH="41904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8064" y="908720"/>
                        <a:ext cx="1658957" cy="7200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Object 5"/>
          <p:cNvGraphicFramePr>
            <a:graphicFrameLocks noChangeAspect="1"/>
          </p:cNvGraphicFramePr>
          <p:nvPr/>
        </p:nvGraphicFramePr>
        <p:xfrm>
          <a:off x="8028384" y="1124744"/>
          <a:ext cx="964232" cy="603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68200" imgH="838080" progId="Equation.3">
                  <p:embed/>
                </p:oleObj>
              </mc:Choice>
              <mc:Fallback>
                <p:oleObj name="Equation" r:id="rId6" imgW="1168200" imgH="83808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28384" y="1124744"/>
                        <a:ext cx="964232" cy="603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gradFill rotWithShape="0">
                              <a:gsLst>
                                <a:gs pos="0">
                                  <a:srgbClr val="FFFFCC">
                                    <a:gamma/>
                                    <a:shade val="76078"/>
                                    <a:invGamma/>
                                  </a:srgbClr>
                                </a:gs>
                                <a:gs pos="50000">
                                  <a:srgbClr val="FFFFCC"/>
                                </a:gs>
                                <a:gs pos="100000">
                                  <a:srgbClr val="FFFFCC">
                                    <a:gamma/>
                                    <a:shade val="76078"/>
                                    <a:invGamma/>
                                  </a:srgbClr>
                                </a:gs>
                              </a:gsLst>
                              <a:lin ang="5400000" scaled="1"/>
                            </a:gra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9900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Rectangle 6"/>
          <p:cNvSpPr>
            <a:spLocks noChangeArrowheads="1"/>
          </p:cNvSpPr>
          <p:nvPr/>
        </p:nvSpPr>
        <p:spPr bwMode="auto">
          <a:xfrm>
            <a:off x="4343400" y="1700808"/>
            <a:ext cx="469309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0" lang="en-US" altLang="zh-CN" b="1" dirty="0">
                <a:solidFill>
                  <a:srgbClr val="0000FF"/>
                </a:solidFill>
              </a:rPr>
              <a:t>(1) </a:t>
            </a:r>
            <a:r>
              <a:rPr kumimoji="0" lang="zh-CN" altLang="en-US" b="1" dirty="0">
                <a:solidFill>
                  <a:srgbClr val="0000FF"/>
                </a:solidFill>
              </a:rPr>
              <a:t>无限长、半无限长载流长直导线的磁场</a:t>
            </a:r>
          </a:p>
        </p:txBody>
      </p:sp>
      <p:sp>
        <p:nvSpPr>
          <p:cNvPr id="40" name="Text Box 7"/>
          <p:cNvSpPr txBox="1">
            <a:spLocks noChangeArrowheads="1"/>
          </p:cNvSpPr>
          <p:nvPr/>
        </p:nvSpPr>
        <p:spPr bwMode="auto">
          <a:xfrm>
            <a:off x="4355976" y="2708920"/>
            <a:ext cx="230425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/>
            <a:r>
              <a:rPr kumimoji="0" lang="en-US" altLang="zh-CN" b="1" dirty="0">
                <a:solidFill>
                  <a:srgbClr val="0000FF"/>
                </a:solidFill>
              </a:rPr>
              <a:t> (3)  </a:t>
            </a:r>
            <a:r>
              <a:rPr kumimoji="0" lang="zh-CN" altLang="en-US" b="1" dirty="0">
                <a:solidFill>
                  <a:srgbClr val="0000FF"/>
                </a:solidFill>
              </a:rPr>
              <a:t>无限长的螺线管   </a:t>
            </a:r>
          </a:p>
        </p:txBody>
      </p:sp>
      <p:graphicFrame>
        <p:nvGraphicFramePr>
          <p:cNvPr id="41" name="Object 8"/>
          <p:cNvGraphicFramePr>
            <a:graphicFrameLocks noChangeAspect="1"/>
          </p:cNvGraphicFramePr>
          <p:nvPr/>
        </p:nvGraphicFramePr>
        <p:xfrm>
          <a:off x="6588224" y="2708920"/>
          <a:ext cx="1128464" cy="4160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596880" imgH="228600" progId="Equation.3">
                  <p:embed/>
                </p:oleObj>
              </mc:Choice>
              <mc:Fallback>
                <p:oleObj name="Equation" r:id="rId8" imgW="596880" imgH="228600" progId="Equation.3">
                  <p:embed/>
                  <p:pic>
                    <p:nvPicPr>
                      <p:cNvPr id="0" name="Object 8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88224" y="2708920"/>
                        <a:ext cx="1128464" cy="41605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gradFill rotWithShape="0">
                              <a:gsLst>
                                <a:gs pos="0">
                                  <a:schemeClr val="accent1"/>
                                </a:gs>
                                <a:gs pos="50000">
                                  <a:srgbClr val="FFFFFF"/>
                                </a:gs>
                                <a:gs pos="100000">
                                  <a:schemeClr val="accent1"/>
                                </a:gs>
                              </a:gsLst>
                              <a:lin ang="5400000" scaled="1"/>
                            </a:gra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Object 15"/>
          <p:cNvGraphicFramePr>
            <a:graphicFrameLocks noChangeAspect="1"/>
          </p:cNvGraphicFramePr>
          <p:nvPr/>
        </p:nvGraphicFramePr>
        <p:xfrm>
          <a:off x="7812360" y="2060848"/>
          <a:ext cx="1008112" cy="6313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545760" imgH="393480" progId="">
                  <p:embed/>
                </p:oleObj>
              </mc:Choice>
              <mc:Fallback>
                <p:oleObj name="Equation" r:id="rId10" imgW="545760" imgH="393480" progId="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12360" y="2060848"/>
                        <a:ext cx="1008112" cy="63132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gradFill rotWithShape="0">
                              <a:gsLst>
                                <a:gs pos="0">
                                  <a:srgbClr val="FFFFCC">
                                    <a:gamma/>
                                    <a:shade val="76078"/>
                                    <a:invGamma/>
                                  </a:srgbClr>
                                </a:gs>
                                <a:gs pos="50000">
                                  <a:srgbClr val="FFFFCC"/>
                                </a:gs>
                                <a:gs pos="100000">
                                  <a:srgbClr val="FFFFCC">
                                    <a:gamma/>
                                    <a:shade val="76078"/>
                                    <a:invGamma/>
                                  </a:srgbClr>
                                </a:gs>
                              </a:gsLst>
                              <a:lin ang="5400000" scaled="1"/>
                            </a:gra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9900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" name="Rectangle 16"/>
          <p:cNvSpPr>
            <a:spLocks noChangeArrowheads="1"/>
          </p:cNvSpPr>
          <p:nvPr/>
        </p:nvSpPr>
        <p:spPr bwMode="auto">
          <a:xfrm>
            <a:off x="4355976" y="2204864"/>
            <a:ext cx="37444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0" lang="en-US" altLang="zh-CN" b="1" dirty="0">
                <a:solidFill>
                  <a:srgbClr val="0000FF"/>
                </a:solidFill>
              </a:rPr>
              <a:t>(2) </a:t>
            </a:r>
            <a:r>
              <a:rPr kumimoji="0" lang="zh-CN" altLang="en-US" b="1" dirty="0">
                <a:solidFill>
                  <a:srgbClr val="0000FF"/>
                </a:solidFill>
              </a:rPr>
              <a:t>圆电流、半圆电流中心的磁场</a:t>
            </a:r>
          </a:p>
        </p:txBody>
      </p:sp>
      <p:sp>
        <p:nvSpPr>
          <p:cNvPr id="45" name="Text Box 3"/>
          <p:cNvSpPr txBox="1">
            <a:spLocks noChangeArrowheads="1"/>
          </p:cNvSpPr>
          <p:nvPr/>
        </p:nvSpPr>
        <p:spPr bwMode="auto">
          <a:xfrm>
            <a:off x="2699792" y="1916832"/>
            <a:ext cx="1422184" cy="461665"/>
          </a:xfrm>
          <a:prstGeom prst="rect">
            <a:avLst/>
          </a:prstGeom>
          <a:solidFill>
            <a:srgbClr val="FFCCFF"/>
          </a:solidFill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400" b="1" dirty="0">
                <a:latin typeface="Times New Roman" pitchFamily="18" charset="0"/>
                <a:ea typeface="楷体_GB2312" pitchFamily="49" charset="-122"/>
              </a:rPr>
              <a:t>叠加原理</a:t>
            </a:r>
          </a:p>
        </p:txBody>
      </p:sp>
      <p:graphicFrame>
        <p:nvGraphicFramePr>
          <p:cNvPr id="29716" name="Object 14"/>
          <p:cNvGraphicFramePr>
            <a:graphicFrameLocks noChangeAspect="1"/>
          </p:cNvGraphicFramePr>
          <p:nvPr/>
        </p:nvGraphicFramePr>
        <p:xfrm>
          <a:off x="4139953" y="1628800"/>
          <a:ext cx="653938" cy="180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77480" imgH="253800" progId="">
                  <p:embed/>
                </p:oleObj>
              </mc:Choice>
              <mc:Fallback>
                <p:oleObj name="Equation" r:id="rId12" imgW="177480" imgH="253800" progId="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39953" y="1628800"/>
                        <a:ext cx="653938" cy="1800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" name="矩形 46"/>
          <p:cNvSpPr/>
          <p:nvPr/>
        </p:nvSpPr>
        <p:spPr>
          <a:xfrm>
            <a:off x="4932040" y="476672"/>
            <a:ext cx="27414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zh-CN" b="1" dirty="0">
                <a:solidFill>
                  <a:srgbClr val="FF0000"/>
                </a:solidFill>
                <a:latin typeface="Times New Roman" pitchFamily="18" charset="0"/>
              </a:rPr>
              <a:t>电流元</a:t>
            </a:r>
            <a:r>
              <a:rPr lang="zh-CN" altLang="zh-CN" b="1" dirty="0">
                <a:solidFill>
                  <a:srgbClr val="010000"/>
                </a:solidFill>
                <a:latin typeface="Times New Roman" pitchFamily="18" charset="0"/>
              </a:rPr>
              <a:t>在空间产生的磁场</a:t>
            </a:r>
            <a:endParaRPr lang="en-US" altLang="zh-CN" b="1" dirty="0">
              <a:solidFill>
                <a:srgbClr val="010000"/>
              </a:solidFill>
              <a:latin typeface="Times New Roman" pitchFamily="18" charset="0"/>
            </a:endParaRPr>
          </a:p>
        </p:txBody>
      </p:sp>
      <p:sp>
        <p:nvSpPr>
          <p:cNvPr id="48" name="左大括号 47"/>
          <p:cNvSpPr/>
          <p:nvPr/>
        </p:nvSpPr>
        <p:spPr>
          <a:xfrm>
            <a:off x="4644008" y="3645024"/>
            <a:ext cx="360040" cy="1296144"/>
          </a:xfrm>
          <a:prstGeom prst="leftBrace">
            <a:avLst>
              <a:gd name="adj1" fmla="val 8333"/>
              <a:gd name="adj2" fmla="val 50000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 dirty="0">
              <a:solidFill>
                <a:srgbClr val="FF0000"/>
              </a:solidFill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5004048" y="4725144"/>
            <a:ext cx="11144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  <a:buClr>
                <a:srgbClr val="000000"/>
              </a:buClr>
            </a:pPr>
            <a:r>
              <a:rPr lang="zh-CN" altLang="en-US" b="1" dirty="0">
                <a:solidFill>
                  <a:srgbClr val="0000FF"/>
                </a:solidFill>
              </a:rPr>
              <a:t>磁介质中</a:t>
            </a:r>
          </a:p>
        </p:txBody>
      </p:sp>
      <p:sp>
        <p:nvSpPr>
          <p:cNvPr id="50" name="矩形 49"/>
          <p:cNvSpPr/>
          <p:nvPr/>
        </p:nvSpPr>
        <p:spPr>
          <a:xfrm>
            <a:off x="5004048" y="3573016"/>
            <a:ext cx="8819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  <a:buClr>
                <a:srgbClr val="000000"/>
              </a:buClr>
            </a:pPr>
            <a:r>
              <a:rPr lang="zh-CN" altLang="en-US" b="1" dirty="0">
                <a:solidFill>
                  <a:srgbClr val="0000FF"/>
                </a:solidFill>
              </a:rPr>
              <a:t>真空中</a:t>
            </a:r>
          </a:p>
        </p:txBody>
      </p:sp>
      <p:graphicFrame>
        <p:nvGraphicFramePr>
          <p:cNvPr id="51" name="Object 19"/>
          <p:cNvGraphicFramePr>
            <a:graphicFrameLocks noChangeAspect="1"/>
          </p:cNvGraphicFramePr>
          <p:nvPr/>
        </p:nvGraphicFramePr>
        <p:xfrm>
          <a:off x="6084168" y="4437112"/>
          <a:ext cx="2674938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091880" imgH="304560" progId="Equation.3">
                  <p:embed/>
                </p:oleObj>
              </mc:Choice>
              <mc:Fallback>
                <p:oleObj name="Equation" r:id="rId14" imgW="1091880" imgH="30456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4168" y="4437112"/>
                        <a:ext cx="2674938" cy="815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gradFill rotWithShape="0">
                              <a:gsLst>
                                <a:gs pos="0">
                                  <a:schemeClr val="accent1"/>
                                </a:gs>
                                <a:gs pos="50000">
                                  <a:schemeClr val="bg1"/>
                                </a:gs>
                                <a:gs pos="100000">
                                  <a:schemeClr val="accent1"/>
                                </a:gs>
                              </a:gsLst>
                              <a:lin ang="5400000" scaled="1"/>
                            </a:gra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8" name="Object 8"/>
          <p:cNvGraphicFramePr>
            <a:graphicFrameLocks noChangeAspect="1"/>
          </p:cNvGraphicFramePr>
          <p:nvPr/>
        </p:nvGraphicFramePr>
        <p:xfrm>
          <a:off x="5868144" y="3429000"/>
          <a:ext cx="2695575" cy="804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1028520" imgH="304560" progId="Equation.3">
                  <p:embed/>
                </p:oleObj>
              </mc:Choice>
              <mc:Fallback>
                <p:oleObj name="公式" r:id="rId16" imgW="1028520" imgH="304560" progId="Equation.3">
                  <p:embed/>
                  <p:pic>
                    <p:nvPicPr>
                      <p:cNvPr id="0" name="Picture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8144" y="3429000"/>
                        <a:ext cx="2695575" cy="804863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bg2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3" name="Object 11"/>
          <p:cNvGraphicFramePr>
            <a:graphicFrameLocks noChangeAspect="1"/>
          </p:cNvGraphicFramePr>
          <p:nvPr/>
        </p:nvGraphicFramePr>
        <p:xfrm>
          <a:off x="5724128" y="5301208"/>
          <a:ext cx="2611959" cy="5567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104840" imgH="241200" progId="Equation.3">
                  <p:embed/>
                </p:oleObj>
              </mc:Choice>
              <mc:Fallback>
                <p:oleObj name="Equation" r:id="rId18" imgW="1104840" imgH="2412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4128" y="5301208"/>
                        <a:ext cx="2611959" cy="556715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2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" name="Text Box 20"/>
          <p:cNvSpPr txBox="1">
            <a:spLocks noChangeArrowheads="1"/>
          </p:cNvSpPr>
          <p:nvPr/>
        </p:nvSpPr>
        <p:spPr bwMode="auto">
          <a:xfrm>
            <a:off x="179512" y="4941168"/>
            <a:ext cx="4896544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/>
              <a:t>用安培环路定理计算</a:t>
            </a:r>
            <a:r>
              <a:rPr lang="zh-CN" altLang="en-US" sz="2800" b="1" dirty="0">
                <a:solidFill>
                  <a:srgbClr val="FF0000"/>
                </a:solidFill>
              </a:rPr>
              <a:t>长直导线电流</a:t>
            </a:r>
            <a:r>
              <a:rPr lang="zh-CN" altLang="en-US" sz="2800" b="1" dirty="0"/>
              <a:t>、</a:t>
            </a:r>
            <a:r>
              <a:rPr lang="zh-CN" altLang="en-US" sz="2800" b="1" dirty="0">
                <a:solidFill>
                  <a:srgbClr val="FF0000"/>
                </a:solidFill>
              </a:rPr>
              <a:t>柱形电流（同轴电缆）、面电流、螺线管</a:t>
            </a:r>
            <a:r>
              <a:rPr lang="zh-CN" altLang="en-US" sz="2800" b="1" dirty="0"/>
              <a:t>等有对称性的磁感应强度</a:t>
            </a:r>
            <a:r>
              <a:rPr lang="en-US" altLang="zh-CN" sz="2800" b="1" dirty="0"/>
              <a:t>.</a:t>
            </a:r>
          </a:p>
        </p:txBody>
      </p:sp>
      <p:grpSp>
        <p:nvGrpSpPr>
          <p:cNvPr id="55" name="Group 16"/>
          <p:cNvGrpSpPr>
            <a:grpSpLocks/>
          </p:cNvGrpSpPr>
          <p:nvPr/>
        </p:nvGrpSpPr>
        <p:grpSpPr bwMode="auto">
          <a:xfrm>
            <a:off x="2555776" y="3429000"/>
            <a:ext cx="833438" cy="762000"/>
            <a:chOff x="397" y="211"/>
            <a:chExt cx="525" cy="480"/>
          </a:xfrm>
        </p:grpSpPr>
        <p:sp>
          <p:nvSpPr>
            <p:cNvPr id="56" name="Freeform 17"/>
            <p:cNvSpPr>
              <a:spLocks/>
            </p:cNvSpPr>
            <p:nvPr/>
          </p:nvSpPr>
          <p:spPr bwMode="gray">
            <a:xfrm>
              <a:off x="397" y="211"/>
              <a:ext cx="525" cy="480"/>
            </a:xfrm>
            <a:custGeom>
              <a:avLst/>
              <a:gdLst/>
              <a:ahLst/>
              <a:cxnLst>
                <a:cxn ang="0">
                  <a:pos x="225" y="217"/>
                </a:cxn>
                <a:cxn ang="0">
                  <a:pos x="133" y="0"/>
                </a:cxn>
                <a:cxn ang="0">
                  <a:pos x="263" y="193"/>
                </a:cxn>
                <a:cxn ang="0">
                  <a:pos x="393" y="0"/>
                </a:cxn>
                <a:cxn ang="0">
                  <a:pos x="299" y="217"/>
                </a:cxn>
                <a:cxn ang="0">
                  <a:pos x="524" y="240"/>
                </a:cxn>
                <a:cxn ang="0">
                  <a:pos x="298" y="262"/>
                </a:cxn>
                <a:cxn ang="0">
                  <a:pos x="393" y="479"/>
                </a:cxn>
                <a:cxn ang="0">
                  <a:pos x="263" y="286"/>
                </a:cxn>
                <a:cxn ang="0">
                  <a:pos x="133" y="479"/>
                </a:cxn>
                <a:cxn ang="0">
                  <a:pos x="224" y="263"/>
                </a:cxn>
                <a:cxn ang="0">
                  <a:pos x="0" y="240"/>
                </a:cxn>
                <a:cxn ang="0">
                  <a:pos x="225" y="217"/>
                </a:cxn>
              </a:cxnLst>
              <a:rect l="0" t="0" r="r" b="b"/>
              <a:pathLst>
                <a:path w="525" h="480">
                  <a:moveTo>
                    <a:pt x="225" y="217"/>
                  </a:moveTo>
                  <a:lnTo>
                    <a:pt x="133" y="0"/>
                  </a:lnTo>
                  <a:lnTo>
                    <a:pt x="263" y="193"/>
                  </a:lnTo>
                  <a:lnTo>
                    <a:pt x="393" y="0"/>
                  </a:lnTo>
                  <a:lnTo>
                    <a:pt x="299" y="217"/>
                  </a:lnTo>
                  <a:lnTo>
                    <a:pt x="524" y="240"/>
                  </a:lnTo>
                  <a:lnTo>
                    <a:pt x="298" y="262"/>
                  </a:lnTo>
                  <a:lnTo>
                    <a:pt x="393" y="479"/>
                  </a:lnTo>
                  <a:lnTo>
                    <a:pt x="263" y="286"/>
                  </a:lnTo>
                  <a:lnTo>
                    <a:pt x="133" y="479"/>
                  </a:lnTo>
                  <a:lnTo>
                    <a:pt x="224" y="263"/>
                  </a:lnTo>
                  <a:lnTo>
                    <a:pt x="0" y="240"/>
                  </a:lnTo>
                  <a:lnTo>
                    <a:pt x="225" y="217"/>
                  </a:lnTo>
                </a:path>
              </a:pathLst>
            </a:custGeom>
            <a:gradFill rotWithShape="0">
              <a:gsLst>
                <a:gs pos="0">
                  <a:srgbClr val="FF6600"/>
                </a:gs>
                <a:gs pos="100000">
                  <a:srgbClr val="FFFFFF"/>
                </a:gs>
              </a:gsLst>
              <a:path path="rect">
                <a:fillToRect l="50000" t="50000" r="50000" b="50000"/>
              </a:path>
            </a:gradFill>
            <a:ln w="9525" cap="rnd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" name="Freeform 18"/>
            <p:cNvSpPr>
              <a:spLocks/>
            </p:cNvSpPr>
            <p:nvPr/>
          </p:nvSpPr>
          <p:spPr bwMode="gray">
            <a:xfrm>
              <a:off x="469" y="276"/>
              <a:ext cx="382" cy="350"/>
            </a:xfrm>
            <a:custGeom>
              <a:avLst/>
              <a:gdLst/>
              <a:ahLst/>
              <a:cxnLst>
                <a:cxn ang="0">
                  <a:pos x="153" y="153"/>
                </a:cxn>
                <a:cxn ang="0">
                  <a:pos x="95" y="0"/>
                </a:cxn>
                <a:cxn ang="0">
                  <a:pos x="191" y="128"/>
                </a:cxn>
                <a:cxn ang="0">
                  <a:pos x="284" y="0"/>
                </a:cxn>
                <a:cxn ang="0">
                  <a:pos x="227" y="153"/>
                </a:cxn>
                <a:cxn ang="0">
                  <a:pos x="381" y="175"/>
                </a:cxn>
                <a:cxn ang="0">
                  <a:pos x="226" y="196"/>
                </a:cxn>
                <a:cxn ang="0">
                  <a:pos x="284" y="349"/>
                </a:cxn>
                <a:cxn ang="0">
                  <a:pos x="191" y="221"/>
                </a:cxn>
                <a:cxn ang="0">
                  <a:pos x="95" y="349"/>
                </a:cxn>
                <a:cxn ang="0">
                  <a:pos x="152" y="198"/>
                </a:cxn>
                <a:cxn ang="0">
                  <a:pos x="0" y="175"/>
                </a:cxn>
                <a:cxn ang="0">
                  <a:pos x="153" y="153"/>
                </a:cxn>
              </a:cxnLst>
              <a:rect l="0" t="0" r="r" b="b"/>
              <a:pathLst>
                <a:path w="382" h="350">
                  <a:moveTo>
                    <a:pt x="153" y="153"/>
                  </a:moveTo>
                  <a:lnTo>
                    <a:pt x="95" y="0"/>
                  </a:lnTo>
                  <a:lnTo>
                    <a:pt x="191" y="128"/>
                  </a:lnTo>
                  <a:lnTo>
                    <a:pt x="284" y="0"/>
                  </a:lnTo>
                  <a:lnTo>
                    <a:pt x="227" y="153"/>
                  </a:lnTo>
                  <a:lnTo>
                    <a:pt x="381" y="175"/>
                  </a:lnTo>
                  <a:lnTo>
                    <a:pt x="226" y="196"/>
                  </a:lnTo>
                  <a:lnTo>
                    <a:pt x="284" y="349"/>
                  </a:lnTo>
                  <a:lnTo>
                    <a:pt x="191" y="221"/>
                  </a:lnTo>
                  <a:lnTo>
                    <a:pt x="95" y="349"/>
                  </a:lnTo>
                  <a:lnTo>
                    <a:pt x="152" y="198"/>
                  </a:lnTo>
                  <a:lnTo>
                    <a:pt x="0" y="175"/>
                  </a:lnTo>
                  <a:lnTo>
                    <a:pt x="153" y="153"/>
                  </a:lnTo>
                </a:path>
              </a:pathLst>
            </a:custGeom>
            <a:gradFill rotWithShape="0">
              <a:gsLst>
                <a:gs pos="0">
                  <a:srgbClr val="FF6600"/>
                </a:gs>
                <a:gs pos="100000">
                  <a:srgbClr val="FFFFFF"/>
                </a:gs>
              </a:gsLst>
              <a:path path="rect">
                <a:fillToRect l="50000" t="50000" r="50000" b="50000"/>
              </a:path>
            </a:gradFill>
            <a:ln w="9525" cap="rnd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" name="Freeform 19"/>
            <p:cNvSpPr>
              <a:spLocks/>
            </p:cNvSpPr>
            <p:nvPr/>
          </p:nvSpPr>
          <p:spPr bwMode="gray">
            <a:xfrm>
              <a:off x="525" y="285"/>
              <a:ext cx="270" cy="332"/>
            </a:xfrm>
            <a:custGeom>
              <a:avLst/>
              <a:gdLst/>
              <a:ahLst/>
              <a:cxnLst>
                <a:cxn ang="0">
                  <a:pos x="0" y="84"/>
                </a:cxn>
                <a:cxn ang="0">
                  <a:pos x="122" y="143"/>
                </a:cxn>
                <a:cxn ang="0">
                  <a:pos x="135" y="0"/>
                </a:cxn>
                <a:cxn ang="0">
                  <a:pos x="147" y="143"/>
                </a:cxn>
                <a:cxn ang="0">
                  <a:pos x="268" y="82"/>
                </a:cxn>
                <a:cxn ang="0">
                  <a:pos x="159" y="166"/>
                </a:cxn>
                <a:cxn ang="0">
                  <a:pos x="269" y="249"/>
                </a:cxn>
                <a:cxn ang="0">
                  <a:pos x="147" y="189"/>
                </a:cxn>
                <a:cxn ang="0">
                  <a:pos x="135" y="331"/>
                </a:cxn>
                <a:cxn ang="0">
                  <a:pos x="122" y="189"/>
                </a:cxn>
                <a:cxn ang="0">
                  <a:pos x="0" y="249"/>
                </a:cxn>
                <a:cxn ang="0">
                  <a:pos x="110" y="166"/>
                </a:cxn>
                <a:cxn ang="0">
                  <a:pos x="0" y="84"/>
                </a:cxn>
              </a:cxnLst>
              <a:rect l="0" t="0" r="r" b="b"/>
              <a:pathLst>
                <a:path w="270" h="332">
                  <a:moveTo>
                    <a:pt x="0" y="84"/>
                  </a:moveTo>
                  <a:lnTo>
                    <a:pt x="122" y="143"/>
                  </a:lnTo>
                  <a:lnTo>
                    <a:pt x="135" y="0"/>
                  </a:lnTo>
                  <a:lnTo>
                    <a:pt x="147" y="143"/>
                  </a:lnTo>
                  <a:lnTo>
                    <a:pt x="268" y="82"/>
                  </a:lnTo>
                  <a:lnTo>
                    <a:pt x="159" y="166"/>
                  </a:lnTo>
                  <a:lnTo>
                    <a:pt x="269" y="249"/>
                  </a:lnTo>
                  <a:lnTo>
                    <a:pt x="147" y="189"/>
                  </a:lnTo>
                  <a:lnTo>
                    <a:pt x="135" y="331"/>
                  </a:lnTo>
                  <a:lnTo>
                    <a:pt x="122" y="189"/>
                  </a:lnTo>
                  <a:lnTo>
                    <a:pt x="0" y="249"/>
                  </a:lnTo>
                  <a:lnTo>
                    <a:pt x="110" y="166"/>
                  </a:lnTo>
                  <a:lnTo>
                    <a:pt x="0" y="84"/>
                  </a:lnTo>
                </a:path>
              </a:pathLst>
            </a:custGeom>
            <a:gradFill rotWithShape="0">
              <a:gsLst>
                <a:gs pos="0">
                  <a:srgbClr val="FF6600"/>
                </a:gs>
                <a:gs pos="100000">
                  <a:srgbClr val="FFFFFF"/>
                </a:gs>
              </a:gsLst>
              <a:path path="rect">
                <a:fillToRect l="50000" t="50000" r="50000" b="50000"/>
              </a:path>
            </a:gradFill>
            <a:ln w="9525" cap="rnd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" name="Freeform 20"/>
            <p:cNvSpPr>
              <a:spLocks/>
            </p:cNvSpPr>
            <p:nvPr/>
          </p:nvSpPr>
          <p:spPr bwMode="gray">
            <a:xfrm>
              <a:off x="626" y="408"/>
              <a:ext cx="68" cy="85"/>
            </a:xfrm>
            <a:custGeom>
              <a:avLst/>
              <a:gdLst/>
              <a:ahLst/>
              <a:cxnLst>
                <a:cxn ang="0">
                  <a:pos x="0" y="20"/>
                </a:cxn>
                <a:cxn ang="0">
                  <a:pos x="27" y="30"/>
                </a:cxn>
                <a:cxn ang="0">
                  <a:pos x="33" y="0"/>
                </a:cxn>
                <a:cxn ang="0">
                  <a:pos x="39" y="30"/>
                </a:cxn>
                <a:cxn ang="0">
                  <a:pos x="67" y="20"/>
                </a:cxn>
                <a:cxn ang="0">
                  <a:pos x="45" y="42"/>
                </a:cxn>
                <a:cxn ang="0">
                  <a:pos x="67" y="62"/>
                </a:cxn>
                <a:cxn ang="0">
                  <a:pos x="39" y="52"/>
                </a:cxn>
                <a:cxn ang="0">
                  <a:pos x="33" y="84"/>
                </a:cxn>
                <a:cxn ang="0">
                  <a:pos x="27" y="52"/>
                </a:cxn>
                <a:cxn ang="0">
                  <a:pos x="0" y="62"/>
                </a:cxn>
                <a:cxn ang="0">
                  <a:pos x="21" y="42"/>
                </a:cxn>
                <a:cxn ang="0">
                  <a:pos x="0" y="20"/>
                </a:cxn>
              </a:cxnLst>
              <a:rect l="0" t="0" r="r" b="b"/>
              <a:pathLst>
                <a:path w="68" h="85">
                  <a:moveTo>
                    <a:pt x="0" y="20"/>
                  </a:moveTo>
                  <a:lnTo>
                    <a:pt x="27" y="30"/>
                  </a:lnTo>
                  <a:lnTo>
                    <a:pt x="33" y="0"/>
                  </a:lnTo>
                  <a:lnTo>
                    <a:pt x="39" y="30"/>
                  </a:lnTo>
                  <a:lnTo>
                    <a:pt x="67" y="20"/>
                  </a:lnTo>
                  <a:lnTo>
                    <a:pt x="45" y="42"/>
                  </a:lnTo>
                  <a:lnTo>
                    <a:pt x="67" y="62"/>
                  </a:lnTo>
                  <a:lnTo>
                    <a:pt x="39" y="52"/>
                  </a:lnTo>
                  <a:lnTo>
                    <a:pt x="33" y="84"/>
                  </a:lnTo>
                  <a:lnTo>
                    <a:pt x="27" y="52"/>
                  </a:lnTo>
                  <a:lnTo>
                    <a:pt x="0" y="62"/>
                  </a:lnTo>
                  <a:lnTo>
                    <a:pt x="21" y="42"/>
                  </a:lnTo>
                  <a:lnTo>
                    <a:pt x="0" y="20"/>
                  </a:lnTo>
                </a:path>
              </a:pathLst>
            </a:custGeom>
            <a:gradFill rotWithShape="0">
              <a:gsLst>
                <a:gs pos="0">
                  <a:srgbClr val="FF6600"/>
                </a:gs>
                <a:gs pos="100000">
                  <a:srgbClr val="FFFFFF"/>
                </a:gs>
              </a:gsLst>
              <a:path path="rect">
                <a:fillToRect l="50000" t="50000" r="50000" b="50000"/>
              </a:path>
            </a:gradFill>
            <a:ln w="9525" cap="rnd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8" name="Group 16"/>
          <p:cNvGrpSpPr>
            <a:grpSpLocks/>
          </p:cNvGrpSpPr>
          <p:nvPr/>
        </p:nvGrpSpPr>
        <p:grpSpPr bwMode="auto">
          <a:xfrm>
            <a:off x="0" y="4365104"/>
            <a:ext cx="833438" cy="762000"/>
            <a:chOff x="397" y="211"/>
            <a:chExt cx="525" cy="480"/>
          </a:xfrm>
        </p:grpSpPr>
        <p:sp>
          <p:nvSpPr>
            <p:cNvPr id="69" name="Freeform 17"/>
            <p:cNvSpPr>
              <a:spLocks/>
            </p:cNvSpPr>
            <p:nvPr/>
          </p:nvSpPr>
          <p:spPr bwMode="gray">
            <a:xfrm>
              <a:off x="397" y="211"/>
              <a:ext cx="525" cy="480"/>
            </a:xfrm>
            <a:custGeom>
              <a:avLst/>
              <a:gdLst/>
              <a:ahLst/>
              <a:cxnLst>
                <a:cxn ang="0">
                  <a:pos x="225" y="217"/>
                </a:cxn>
                <a:cxn ang="0">
                  <a:pos x="133" y="0"/>
                </a:cxn>
                <a:cxn ang="0">
                  <a:pos x="263" y="193"/>
                </a:cxn>
                <a:cxn ang="0">
                  <a:pos x="393" y="0"/>
                </a:cxn>
                <a:cxn ang="0">
                  <a:pos x="299" y="217"/>
                </a:cxn>
                <a:cxn ang="0">
                  <a:pos x="524" y="240"/>
                </a:cxn>
                <a:cxn ang="0">
                  <a:pos x="298" y="262"/>
                </a:cxn>
                <a:cxn ang="0">
                  <a:pos x="393" y="479"/>
                </a:cxn>
                <a:cxn ang="0">
                  <a:pos x="263" y="286"/>
                </a:cxn>
                <a:cxn ang="0">
                  <a:pos x="133" y="479"/>
                </a:cxn>
                <a:cxn ang="0">
                  <a:pos x="224" y="263"/>
                </a:cxn>
                <a:cxn ang="0">
                  <a:pos x="0" y="240"/>
                </a:cxn>
                <a:cxn ang="0">
                  <a:pos x="225" y="217"/>
                </a:cxn>
              </a:cxnLst>
              <a:rect l="0" t="0" r="r" b="b"/>
              <a:pathLst>
                <a:path w="525" h="480">
                  <a:moveTo>
                    <a:pt x="225" y="217"/>
                  </a:moveTo>
                  <a:lnTo>
                    <a:pt x="133" y="0"/>
                  </a:lnTo>
                  <a:lnTo>
                    <a:pt x="263" y="193"/>
                  </a:lnTo>
                  <a:lnTo>
                    <a:pt x="393" y="0"/>
                  </a:lnTo>
                  <a:lnTo>
                    <a:pt x="299" y="217"/>
                  </a:lnTo>
                  <a:lnTo>
                    <a:pt x="524" y="240"/>
                  </a:lnTo>
                  <a:lnTo>
                    <a:pt x="298" y="262"/>
                  </a:lnTo>
                  <a:lnTo>
                    <a:pt x="393" y="479"/>
                  </a:lnTo>
                  <a:lnTo>
                    <a:pt x="263" y="286"/>
                  </a:lnTo>
                  <a:lnTo>
                    <a:pt x="133" y="479"/>
                  </a:lnTo>
                  <a:lnTo>
                    <a:pt x="224" y="263"/>
                  </a:lnTo>
                  <a:lnTo>
                    <a:pt x="0" y="240"/>
                  </a:lnTo>
                  <a:lnTo>
                    <a:pt x="225" y="217"/>
                  </a:lnTo>
                </a:path>
              </a:pathLst>
            </a:custGeom>
            <a:gradFill rotWithShape="0">
              <a:gsLst>
                <a:gs pos="0">
                  <a:srgbClr val="FF6600"/>
                </a:gs>
                <a:gs pos="100000">
                  <a:srgbClr val="FFFFFF"/>
                </a:gs>
              </a:gsLst>
              <a:path path="rect">
                <a:fillToRect l="50000" t="50000" r="50000" b="50000"/>
              </a:path>
            </a:gradFill>
            <a:ln w="9525" cap="rnd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" name="Freeform 18"/>
            <p:cNvSpPr>
              <a:spLocks/>
            </p:cNvSpPr>
            <p:nvPr/>
          </p:nvSpPr>
          <p:spPr bwMode="gray">
            <a:xfrm>
              <a:off x="469" y="276"/>
              <a:ext cx="382" cy="350"/>
            </a:xfrm>
            <a:custGeom>
              <a:avLst/>
              <a:gdLst/>
              <a:ahLst/>
              <a:cxnLst>
                <a:cxn ang="0">
                  <a:pos x="153" y="153"/>
                </a:cxn>
                <a:cxn ang="0">
                  <a:pos x="95" y="0"/>
                </a:cxn>
                <a:cxn ang="0">
                  <a:pos x="191" y="128"/>
                </a:cxn>
                <a:cxn ang="0">
                  <a:pos x="284" y="0"/>
                </a:cxn>
                <a:cxn ang="0">
                  <a:pos x="227" y="153"/>
                </a:cxn>
                <a:cxn ang="0">
                  <a:pos x="381" y="175"/>
                </a:cxn>
                <a:cxn ang="0">
                  <a:pos x="226" y="196"/>
                </a:cxn>
                <a:cxn ang="0">
                  <a:pos x="284" y="349"/>
                </a:cxn>
                <a:cxn ang="0">
                  <a:pos x="191" y="221"/>
                </a:cxn>
                <a:cxn ang="0">
                  <a:pos x="95" y="349"/>
                </a:cxn>
                <a:cxn ang="0">
                  <a:pos x="152" y="198"/>
                </a:cxn>
                <a:cxn ang="0">
                  <a:pos x="0" y="175"/>
                </a:cxn>
                <a:cxn ang="0">
                  <a:pos x="153" y="153"/>
                </a:cxn>
              </a:cxnLst>
              <a:rect l="0" t="0" r="r" b="b"/>
              <a:pathLst>
                <a:path w="382" h="350">
                  <a:moveTo>
                    <a:pt x="153" y="153"/>
                  </a:moveTo>
                  <a:lnTo>
                    <a:pt x="95" y="0"/>
                  </a:lnTo>
                  <a:lnTo>
                    <a:pt x="191" y="128"/>
                  </a:lnTo>
                  <a:lnTo>
                    <a:pt x="284" y="0"/>
                  </a:lnTo>
                  <a:lnTo>
                    <a:pt x="227" y="153"/>
                  </a:lnTo>
                  <a:lnTo>
                    <a:pt x="381" y="175"/>
                  </a:lnTo>
                  <a:lnTo>
                    <a:pt x="226" y="196"/>
                  </a:lnTo>
                  <a:lnTo>
                    <a:pt x="284" y="349"/>
                  </a:lnTo>
                  <a:lnTo>
                    <a:pt x="191" y="221"/>
                  </a:lnTo>
                  <a:lnTo>
                    <a:pt x="95" y="349"/>
                  </a:lnTo>
                  <a:lnTo>
                    <a:pt x="152" y="198"/>
                  </a:lnTo>
                  <a:lnTo>
                    <a:pt x="0" y="175"/>
                  </a:lnTo>
                  <a:lnTo>
                    <a:pt x="153" y="153"/>
                  </a:lnTo>
                </a:path>
              </a:pathLst>
            </a:custGeom>
            <a:gradFill rotWithShape="0">
              <a:gsLst>
                <a:gs pos="0">
                  <a:srgbClr val="FF6600"/>
                </a:gs>
                <a:gs pos="100000">
                  <a:srgbClr val="FFFFFF"/>
                </a:gs>
              </a:gsLst>
              <a:path path="rect">
                <a:fillToRect l="50000" t="50000" r="50000" b="50000"/>
              </a:path>
            </a:gradFill>
            <a:ln w="9525" cap="rnd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" name="Freeform 19"/>
            <p:cNvSpPr>
              <a:spLocks/>
            </p:cNvSpPr>
            <p:nvPr/>
          </p:nvSpPr>
          <p:spPr bwMode="gray">
            <a:xfrm>
              <a:off x="525" y="285"/>
              <a:ext cx="270" cy="332"/>
            </a:xfrm>
            <a:custGeom>
              <a:avLst/>
              <a:gdLst/>
              <a:ahLst/>
              <a:cxnLst>
                <a:cxn ang="0">
                  <a:pos x="0" y="84"/>
                </a:cxn>
                <a:cxn ang="0">
                  <a:pos x="122" y="143"/>
                </a:cxn>
                <a:cxn ang="0">
                  <a:pos x="135" y="0"/>
                </a:cxn>
                <a:cxn ang="0">
                  <a:pos x="147" y="143"/>
                </a:cxn>
                <a:cxn ang="0">
                  <a:pos x="268" y="82"/>
                </a:cxn>
                <a:cxn ang="0">
                  <a:pos x="159" y="166"/>
                </a:cxn>
                <a:cxn ang="0">
                  <a:pos x="269" y="249"/>
                </a:cxn>
                <a:cxn ang="0">
                  <a:pos x="147" y="189"/>
                </a:cxn>
                <a:cxn ang="0">
                  <a:pos x="135" y="331"/>
                </a:cxn>
                <a:cxn ang="0">
                  <a:pos x="122" y="189"/>
                </a:cxn>
                <a:cxn ang="0">
                  <a:pos x="0" y="249"/>
                </a:cxn>
                <a:cxn ang="0">
                  <a:pos x="110" y="166"/>
                </a:cxn>
                <a:cxn ang="0">
                  <a:pos x="0" y="84"/>
                </a:cxn>
              </a:cxnLst>
              <a:rect l="0" t="0" r="r" b="b"/>
              <a:pathLst>
                <a:path w="270" h="332">
                  <a:moveTo>
                    <a:pt x="0" y="84"/>
                  </a:moveTo>
                  <a:lnTo>
                    <a:pt x="122" y="143"/>
                  </a:lnTo>
                  <a:lnTo>
                    <a:pt x="135" y="0"/>
                  </a:lnTo>
                  <a:lnTo>
                    <a:pt x="147" y="143"/>
                  </a:lnTo>
                  <a:lnTo>
                    <a:pt x="268" y="82"/>
                  </a:lnTo>
                  <a:lnTo>
                    <a:pt x="159" y="166"/>
                  </a:lnTo>
                  <a:lnTo>
                    <a:pt x="269" y="249"/>
                  </a:lnTo>
                  <a:lnTo>
                    <a:pt x="147" y="189"/>
                  </a:lnTo>
                  <a:lnTo>
                    <a:pt x="135" y="331"/>
                  </a:lnTo>
                  <a:lnTo>
                    <a:pt x="122" y="189"/>
                  </a:lnTo>
                  <a:lnTo>
                    <a:pt x="0" y="249"/>
                  </a:lnTo>
                  <a:lnTo>
                    <a:pt x="110" y="166"/>
                  </a:lnTo>
                  <a:lnTo>
                    <a:pt x="0" y="84"/>
                  </a:lnTo>
                </a:path>
              </a:pathLst>
            </a:custGeom>
            <a:gradFill rotWithShape="0">
              <a:gsLst>
                <a:gs pos="0">
                  <a:srgbClr val="FF6600"/>
                </a:gs>
                <a:gs pos="100000">
                  <a:srgbClr val="FFFFFF"/>
                </a:gs>
              </a:gsLst>
              <a:path path="rect">
                <a:fillToRect l="50000" t="50000" r="50000" b="50000"/>
              </a:path>
            </a:gradFill>
            <a:ln w="9525" cap="rnd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" name="Freeform 20"/>
            <p:cNvSpPr>
              <a:spLocks/>
            </p:cNvSpPr>
            <p:nvPr/>
          </p:nvSpPr>
          <p:spPr bwMode="gray">
            <a:xfrm>
              <a:off x="626" y="408"/>
              <a:ext cx="68" cy="85"/>
            </a:xfrm>
            <a:custGeom>
              <a:avLst/>
              <a:gdLst/>
              <a:ahLst/>
              <a:cxnLst>
                <a:cxn ang="0">
                  <a:pos x="0" y="20"/>
                </a:cxn>
                <a:cxn ang="0">
                  <a:pos x="27" y="30"/>
                </a:cxn>
                <a:cxn ang="0">
                  <a:pos x="33" y="0"/>
                </a:cxn>
                <a:cxn ang="0">
                  <a:pos x="39" y="30"/>
                </a:cxn>
                <a:cxn ang="0">
                  <a:pos x="67" y="20"/>
                </a:cxn>
                <a:cxn ang="0">
                  <a:pos x="45" y="42"/>
                </a:cxn>
                <a:cxn ang="0">
                  <a:pos x="67" y="62"/>
                </a:cxn>
                <a:cxn ang="0">
                  <a:pos x="39" y="52"/>
                </a:cxn>
                <a:cxn ang="0">
                  <a:pos x="33" y="84"/>
                </a:cxn>
                <a:cxn ang="0">
                  <a:pos x="27" y="52"/>
                </a:cxn>
                <a:cxn ang="0">
                  <a:pos x="0" y="62"/>
                </a:cxn>
                <a:cxn ang="0">
                  <a:pos x="21" y="42"/>
                </a:cxn>
                <a:cxn ang="0">
                  <a:pos x="0" y="20"/>
                </a:cxn>
              </a:cxnLst>
              <a:rect l="0" t="0" r="r" b="b"/>
              <a:pathLst>
                <a:path w="68" h="85">
                  <a:moveTo>
                    <a:pt x="0" y="20"/>
                  </a:moveTo>
                  <a:lnTo>
                    <a:pt x="27" y="30"/>
                  </a:lnTo>
                  <a:lnTo>
                    <a:pt x="33" y="0"/>
                  </a:lnTo>
                  <a:lnTo>
                    <a:pt x="39" y="30"/>
                  </a:lnTo>
                  <a:lnTo>
                    <a:pt x="67" y="20"/>
                  </a:lnTo>
                  <a:lnTo>
                    <a:pt x="45" y="42"/>
                  </a:lnTo>
                  <a:lnTo>
                    <a:pt x="67" y="62"/>
                  </a:lnTo>
                  <a:lnTo>
                    <a:pt x="39" y="52"/>
                  </a:lnTo>
                  <a:lnTo>
                    <a:pt x="33" y="84"/>
                  </a:lnTo>
                  <a:lnTo>
                    <a:pt x="27" y="52"/>
                  </a:lnTo>
                  <a:lnTo>
                    <a:pt x="0" y="62"/>
                  </a:lnTo>
                  <a:lnTo>
                    <a:pt x="21" y="42"/>
                  </a:lnTo>
                  <a:lnTo>
                    <a:pt x="0" y="20"/>
                  </a:lnTo>
                </a:path>
              </a:pathLst>
            </a:custGeom>
            <a:gradFill rotWithShape="0">
              <a:gsLst>
                <a:gs pos="0">
                  <a:srgbClr val="FF6600"/>
                </a:gs>
                <a:gs pos="100000">
                  <a:srgbClr val="FFFFFF"/>
                </a:gs>
              </a:gsLst>
              <a:path path="rect">
                <a:fillToRect l="50000" t="50000" r="50000" b="50000"/>
              </a:path>
            </a:gradFill>
            <a:ln w="9525" cap="rnd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1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5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5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32" dur="500"/>
                                        <p:tgtEl>
                                          <p:spTgt spid="28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7"/>
          <p:cNvGrpSpPr>
            <a:grpSpLocks/>
          </p:cNvGrpSpPr>
          <p:nvPr/>
        </p:nvGrpSpPr>
        <p:grpSpPr bwMode="auto">
          <a:xfrm>
            <a:off x="590865" y="1412776"/>
            <a:ext cx="5867400" cy="715962"/>
            <a:chOff x="576" y="1094"/>
            <a:chExt cx="3696" cy="451"/>
          </a:xfrm>
        </p:grpSpPr>
        <p:sp>
          <p:nvSpPr>
            <p:cNvPr id="43013" name="Text Box 13"/>
            <p:cNvSpPr txBox="1">
              <a:spLocks noChangeArrowheads="1"/>
            </p:cNvSpPr>
            <p:nvPr/>
          </p:nvSpPr>
          <p:spPr bwMode="auto">
            <a:xfrm>
              <a:off x="576" y="1103"/>
              <a:ext cx="2064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0" lang="zh-CN" altLang="en-US" sz="2800" b="1" dirty="0">
                  <a:solidFill>
                    <a:srgbClr val="C00000"/>
                  </a:solidFill>
                </a:rPr>
                <a:t>磁场的高斯定理</a:t>
              </a:r>
              <a:endParaRPr kumimoji="0" lang="zh-CN" altLang="en-US" b="1" dirty="0">
                <a:solidFill>
                  <a:srgbClr val="C00000"/>
                </a:solidFill>
              </a:endParaRPr>
            </a:p>
          </p:txBody>
        </p:sp>
        <p:graphicFrame>
          <p:nvGraphicFramePr>
            <p:cNvPr id="43014" name="Object 14"/>
            <p:cNvGraphicFramePr>
              <a:graphicFrameLocks noChangeAspect="1"/>
            </p:cNvGraphicFramePr>
            <p:nvPr/>
          </p:nvGraphicFramePr>
          <p:xfrm>
            <a:off x="2736" y="1094"/>
            <a:ext cx="1536" cy="4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812520" imgH="266400" progId="Equation.3">
                    <p:embed/>
                  </p:oleObj>
                </mc:Choice>
                <mc:Fallback>
                  <p:oleObj name="Equation" r:id="rId2" imgW="812520" imgH="266400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36" y="1094"/>
                          <a:ext cx="1536" cy="451"/>
                        </a:xfrm>
                        <a:prstGeom prst="rect">
                          <a:avLst/>
                        </a:prstGeom>
                        <a:noFill/>
                        <a:ln w="12700">
                          <a:solidFill>
                            <a:schemeClr val="tx2"/>
                          </a:solidFill>
                          <a:miter lim="800000"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4" name="Text Box 2"/>
          <p:cNvSpPr txBox="1">
            <a:spLocks noChangeArrowheads="1"/>
          </p:cNvSpPr>
          <p:nvPr/>
        </p:nvSpPr>
        <p:spPr bwMode="auto">
          <a:xfrm>
            <a:off x="539552" y="548680"/>
            <a:ext cx="2592288" cy="523220"/>
          </a:xfrm>
          <a:prstGeom prst="rect">
            <a:avLst/>
          </a:prstGeom>
          <a:solidFill>
            <a:srgbClr val="FFCCFF"/>
          </a:solidFill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r>
              <a:rPr kumimoji="1" lang="zh-CN" altLang="en-US" sz="2800" b="1" dirty="0">
                <a:latin typeface="Times New Roman" pitchFamily="18" charset="0"/>
                <a:ea typeface="楷体_GB2312" pitchFamily="49" charset="-122"/>
              </a:rPr>
              <a:t>磁通量的计算</a:t>
            </a:r>
          </a:p>
        </p:txBody>
      </p:sp>
      <p:graphicFrame>
        <p:nvGraphicFramePr>
          <p:cNvPr id="30728" name="Object 8"/>
          <p:cNvGraphicFramePr>
            <a:graphicFrameLocks noChangeAspect="1"/>
          </p:cNvGraphicFramePr>
          <p:nvPr/>
        </p:nvGraphicFramePr>
        <p:xfrm>
          <a:off x="3419872" y="548680"/>
          <a:ext cx="3456384" cy="668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09400" imgH="304560" progId="Equation.3">
                  <p:embed/>
                </p:oleObj>
              </mc:Choice>
              <mc:Fallback>
                <p:oleObj name="Equation" r:id="rId4" imgW="1409400" imgH="30456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872" y="548680"/>
                        <a:ext cx="3456384" cy="668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0000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 Box 2"/>
          <p:cNvSpPr txBox="1">
            <a:spLocks noChangeArrowheads="1"/>
          </p:cNvSpPr>
          <p:nvPr/>
        </p:nvSpPr>
        <p:spPr bwMode="auto">
          <a:xfrm>
            <a:off x="539552" y="4219319"/>
            <a:ext cx="936104" cy="523220"/>
          </a:xfrm>
          <a:prstGeom prst="rect">
            <a:avLst/>
          </a:prstGeom>
          <a:solidFill>
            <a:srgbClr val="FFCCFF"/>
          </a:solidFill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r>
              <a:rPr kumimoji="1" lang="zh-CN" altLang="en-US" sz="2800" b="1" dirty="0">
                <a:latin typeface="Times New Roman" pitchFamily="18" charset="0"/>
                <a:ea typeface="楷体_GB2312" pitchFamily="49" charset="-122"/>
              </a:rPr>
              <a:t>磁力</a:t>
            </a:r>
          </a:p>
        </p:txBody>
      </p:sp>
      <p:sp>
        <p:nvSpPr>
          <p:cNvPr id="18" name="Text Box 3"/>
          <p:cNvSpPr txBox="1">
            <a:spLocks noChangeArrowheads="1"/>
          </p:cNvSpPr>
          <p:nvPr/>
        </p:nvSpPr>
        <p:spPr bwMode="auto">
          <a:xfrm>
            <a:off x="2267744" y="2563135"/>
            <a:ext cx="1422184" cy="461665"/>
          </a:xfrm>
          <a:prstGeom prst="rect">
            <a:avLst/>
          </a:prstGeom>
          <a:solidFill>
            <a:srgbClr val="FFCCFF"/>
          </a:solidFill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r>
              <a:rPr lang="zh-CN" altLang="en-US" sz="2400" b="1" dirty="0"/>
              <a:t>洛伦兹力</a:t>
            </a:r>
          </a:p>
        </p:txBody>
      </p:sp>
      <p:sp>
        <p:nvSpPr>
          <p:cNvPr id="19" name="Text Box 5"/>
          <p:cNvSpPr txBox="1">
            <a:spLocks noChangeArrowheads="1"/>
          </p:cNvSpPr>
          <p:nvPr/>
        </p:nvSpPr>
        <p:spPr bwMode="auto">
          <a:xfrm>
            <a:off x="2267744" y="5659479"/>
            <a:ext cx="2659702" cy="461665"/>
          </a:xfrm>
          <a:prstGeom prst="rect">
            <a:avLst/>
          </a:prstGeom>
          <a:solidFill>
            <a:srgbClr val="FFCCFF"/>
          </a:solidFill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r>
              <a:rPr lang="zh-CN" altLang="en-US" sz="2400" b="1" dirty="0"/>
              <a:t>载流线圈的磁力矩</a:t>
            </a:r>
            <a:endParaRPr kumimoji="1" lang="zh-CN" altLang="en-US" sz="2400" b="1" dirty="0"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20" name="Line 6"/>
          <p:cNvSpPr>
            <a:spLocks noChangeShapeType="1"/>
          </p:cNvSpPr>
          <p:nvPr/>
        </p:nvSpPr>
        <p:spPr bwMode="auto">
          <a:xfrm flipV="1">
            <a:off x="1619672" y="2995183"/>
            <a:ext cx="576064" cy="1296144"/>
          </a:xfrm>
          <a:prstGeom prst="line">
            <a:avLst/>
          </a:prstGeom>
          <a:noFill/>
          <a:ln w="12700">
            <a:solidFill>
              <a:schemeClr val="hlink"/>
            </a:solidFill>
            <a:round/>
            <a:headEnd type="none" w="sm" len="sm"/>
            <a:tailEnd type="triangle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" name="Line 12"/>
          <p:cNvSpPr>
            <a:spLocks noChangeShapeType="1"/>
          </p:cNvSpPr>
          <p:nvPr/>
        </p:nvSpPr>
        <p:spPr bwMode="auto">
          <a:xfrm>
            <a:off x="1619672" y="4723375"/>
            <a:ext cx="648072" cy="936104"/>
          </a:xfrm>
          <a:prstGeom prst="line">
            <a:avLst/>
          </a:prstGeom>
          <a:noFill/>
          <a:ln w="12700">
            <a:solidFill>
              <a:schemeClr val="hlink"/>
            </a:solidFill>
            <a:round/>
            <a:headEnd type="none" w="sm" len="sm"/>
            <a:tailEnd type="triangle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cxnSp>
        <p:nvCxnSpPr>
          <p:cNvPr id="22" name="直接箭头连接符 21"/>
          <p:cNvCxnSpPr/>
          <p:nvPr/>
        </p:nvCxnSpPr>
        <p:spPr>
          <a:xfrm>
            <a:off x="1619672" y="4435343"/>
            <a:ext cx="792088" cy="1588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 Box 3"/>
          <p:cNvSpPr txBox="1">
            <a:spLocks noChangeArrowheads="1"/>
          </p:cNvSpPr>
          <p:nvPr/>
        </p:nvSpPr>
        <p:spPr bwMode="auto">
          <a:xfrm>
            <a:off x="2411760" y="4147311"/>
            <a:ext cx="1112805" cy="461665"/>
          </a:xfrm>
          <a:prstGeom prst="rect">
            <a:avLst/>
          </a:prstGeom>
          <a:solidFill>
            <a:srgbClr val="FFCCFF"/>
          </a:solidFill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400" b="1" dirty="0">
                <a:latin typeface="Times New Roman" pitchFamily="18" charset="0"/>
                <a:ea typeface="楷体_GB2312" pitchFamily="49" charset="-122"/>
              </a:rPr>
              <a:t>安培力</a:t>
            </a:r>
          </a:p>
        </p:txBody>
      </p:sp>
      <p:grpSp>
        <p:nvGrpSpPr>
          <p:cNvPr id="24" name="Group 16"/>
          <p:cNvGrpSpPr>
            <a:grpSpLocks/>
          </p:cNvGrpSpPr>
          <p:nvPr/>
        </p:nvGrpSpPr>
        <p:grpSpPr bwMode="auto">
          <a:xfrm>
            <a:off x="1979712" y="3571247"/>
            <a:ext cx="833438" cy="762000"/>
            <a:chOff x="397" y="211"/>
            <a:chExt cx="525" cy="480"/>
          </a:xfrm>
        </p:grpSpPr>
        <p:sp>
          <p:nvSpPr>
            <p:cNvPr id="25" name="Freeform 17"/>
            <p:cNvSpPr>
              <a:spLocks/>
            </p:cNvSpPr>
            <p:nvPr/>
          </p:nvSpPr>
          <p:spPr bwMode="gray">
            <a:xfrm>
              <a:off x="397" y="211"/>
              <a:ext cx="525" cy="480"/>
            </a:xfrm>
            <a:custGeom>
              <a:avLst/>
              <a:gdLst/>
              <a:ahLst/>
              <a:cxnLst>
                <a:cxn ang="0">
                  <a:pos x="225" y="217"/>
                </a:cxn>
                <a:cxn ang="0">
                  <a:pos x="133" y="0"/>
                </a:cxn>
                <a:cxn ang="0">
                  <a:pos x="263" y="193"/>
                </a:cxn>
                <a:cxn ang="0">
                  <a:pos x="393" y="0"/>
                </a:cxn>
                <a:cxn ang="0">
                  <a:pos x="299" y="217"/>
                </a:cxn>
                <a:cxn ang="0">
                  <a:pos x="524" y="240"/>
                </a:cxn>
                <a:cxn ang="0">
                  <a:pos x="298" y="262"/>
                </a:cxn>
                <a:cxn ang="0">
                  <a:pos x="393" y="479"/>
                </a:cxn>
                <a:cxn ang="0">
                  <a:pos x="263" y="286"/>
                </a:cxn>
                <a:cxn ang="0">
                  <a:pos x="133" y="479"/>
                </a:cxn>
                <a:cxn ang="0">
                  <a:pos x="224" y="263"/>
                </a:cxn>
                <a:cxn ang="0">
                  <a:pos x="0" y="240"/>
                </a:cxn>
                <a:cxn ang="0">
                  <a:pos x="225" y="217"/>
                </a:cxn>
              </a:cxnLst>
              <a:rect l="0" t="0" r="r" b="b"/>
              <a:pathLst>
                <a:path w="525" h="480">
                  <a:moveTo>
                    <a:pt x="225" y="217"/>
                  </a:moveTo>
                  <a:lnTo>
                    <a:pt x="133" y="0"/>
                  </a:lnTo>
                  <a:lnTo>
                    <a:pt x="263" y="193"/>
                  </a:lnTo>
                  <a:lnTo>
                    <a:pt x="393" y="0"/>
                  </a:lnTo>
                  <a:lnTo>
                    <a:pt x="299" y="217"/>
                  </a:lnTo>
                  <a:lnTo>
                    <a:pt x="524" y="240"/>
                  </a:lnTo>
                  <a:lnTo>
                    <a:pt x="298" y="262"/>
                  </a:lnTo>
                  <a:lnTo>
                    <a:pt x="393" y="479"/>
                  </a:lnTo>
                  <a:lnTo>
                    <a:pt x="263" y="286"/>
                  </a:lnTo>
                  <a:lnTo>
                    <a:pt x="133" y="479"/>
                  </a:lnTo>
                  <a:lnTo>
                    <a:pt x="224" y="263"/>
                  </a:lnTo>
                  <a:lnTo>
                    <a:pt x="0" y="240"/>
                  </a:lnTo>
                  <a:lnTo>
                    <a:pt x="225" y="217"/>
                  </a:lnTo>
                </a:path>
              </a:pathLst>
            </a:custGeom>
            <a:gradFill rotWithShape="0">
              <a:gsLst>
                <a:gs pos="0">
                  <a:srgbClr val="FF6600"/>
                </a:gs>
                <a:gs pos="100000">
                  <a:srgbClr val="FFFFFF"/>
                </a:gs>
              </a:gsLst>
              <a:path path="rect">
                <a:fillToRect l="50000" t="50000" r="50000" b="50000"/>
              </a:path>
            </a:gradFill>
            <a:ln w="9525" cap="rnd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Freeform 18"/>
            <p:cNvSpPr>
              <a:spLocks/>
            </p:cNvSpPr>
            <p:nvPr/>
          </p:nvSpPr>
          <p:spPr bwMode="gray">
            <a:xfrm>
              <a:off x="469" y="276"/>
              <a:ext cx="382" cy="350"/>
            </a:xfrm>
            <a:custGeom>
              <a:avLst/>
              <a:gdLst/>
              <a:ahLst/>
              <a:cxnLst>
                <a:cxn ang="0">
                  <a:pos x="153" y="153"/>
                </a:cxn>
                <a:cxn ang="0">
                  <a:pos x="95" y="0"/>
                </a:cxn>
                <a:cxn ang="0">
                  <a:pos x="191" y="128"/>
                </a:cxn>
                <a:cxn ang="0">
                  <a:pos x="284" y="0"/>
                </a:cxn>
                <a:cxn ang="0">
                  <a:pos x="227" y="153"/>
                </a:cxn>
                <a:cxn ang="0">
                  <a:pos x="381" y="175"/>
                </a:cxn>
                <a:cxn ang="0">
                  <a:pos x="226" y="196"/>
                </a:cxn>
                <a:cxn ang="0">
                  <a:pos x="284" y="349"/>
                </a:cxn>
                <a:cxn ang="0">
                  <a:pos x="191" y="221"/>
                </a:cxn>
                <a:cxn ang="0">
                  <a:pos x="95" y="349"/>
                </a:cxn>
                <a:cxn ang="0">
                  <a:pos x="152" y="198"/>
                </a:cxn>
                <a:cxn ang="0">
                  <a:pos x="0" y="175"/>
                </a:cxn>
                <a:cxn ang="0">
                  <a:pos x="153" y="153"/>
                </a:cxn>
              </a:cxnLst>
              <a:rect l="0" t="0" r="r" b="b"/>
              <a:pathLst>
                <a:path w="382" h="350">
                  <a:moveTo>
                    <a:pt x="153" y="153"/>
                  </a:moveTo>
                  <a:lnTo>
                    <a:pt x="95" y="0"/>
                  </a:lnTo>
                  <a:lnTo>
                    <a:pt x="191" y="128"/>
                  </a:lnTo>
                  <a:lnTo>
                    <a:pt x="284" y="0"/>
                  </a:lnTo>
                  <a:lnTo>
                    <a:pt x="227" y="153"/>
                  </a:lnTo>
                  <a:lnTo>
                    <a:pt x="381" y="175"/>
                  </a:lnTo>
                  <a:lnTo>
                    <a:pt x="226" y="196"/>
                  </a:lnTo>
                  <a:lnTo>
                    <a:pt x="284" y="349"/>
                  </a:lnTo>
                  <a:lnTo>
                    <a:pt x="191" y="221"/>
                  </a:lnTo>
                  <a:lnTo>
                    <a:pt x="95" y="349"/>
                  </a:lnTo>
                  <a:lnTo>
                    <a:pt x="152" y="198"/>
                  </a:lnTo>
                  <a:lnTo>
                    <a:pt x="0" y="175"/>
                  </a:lnTo>
                  <a:lnTo>
                    <a:pt x="153" y="153"/>
                  </a:lnTo>
                </a:path>
              </a:pathLst>
            </a:custGeom>
            <a:gradFill rotWithShape="0">
              <a:gsLst>
                <a:gs pos="0">
                  <a:srgbClr val="FF6600"/>
                </a:gs>
                <a:gs pos="100000">
                  <a:srgbClr val="FFFFFF"/>
                </a:gs>
              </a:gsLst>
              <a:path path="rect">
                <a:fillToRect l="50000" t="50000" r="50000" b="50000"/>
              </a:path>
            </a:gradFill>
            <a:ln w="9525" cap="rnd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Freeform 19"/>
            <p:cNvSpPr>
              <a:spLocks/>
            </p:cNvSpPr>
            <p:nvPr/>
          </p:nvSpPr>
          <p:spPr bwMode="gray">
            <a:xfrm>
              <a:off x="525" y="285"/>
              <a:ext cx="270" cy="332"/>
            </a:xfrm>
            <a:custGeom>
              <a:avLst/>
              <a:gdLst/>
              <a:ahLst/>
              <a:cxnLst>
                <a:cxn ang="0">
                  <a:pos x="0" y="84"/>
                </a:cxn>
                <a:cxn ang="0">
                  <a:pos x="122" y="143"/>
                </a:cxn>
                <a:cxn ang="0">
                  <a:pos x="135" y="0"/>
                </a:cxn>
                <a:cxn ang="0">
                  <a:pos x="147" y="143"/>
                </a:cxn>
                <a:cxn ang="0">
                  <a:pos x="268" y="82"/>
                </a:cxn>
                <a:cxn ang="0">
                  <a:pos x="159" y="166"/>
                </a:cxn>
                <a:cxn ang="0">
                  <a:pos x="269" y="249"/>
                </a:cxn>
                <a:cxn ang="0">
                  <a:pos x="147" y="189"/>
                </a:cxn>
                <a:cxn ang="0">
                  <a:pos x="135" y="331"/>
                </a:cxn>
                <a:cxn ang="0">
                  <a:pos x="122" y="189"/>
                </a:cxn>
                <a:cxn ang="0">
                  <a:pos x="0" y="249"/>
                </a:cxn>
                <a:cxn ang="0">
                  <a:pos x="110" y="166"/>
                </a:cxn>
                <a:cxn ang="0">
                  <a:pos x="0" y="84"/>
                </a:cxn>
              </a:cxnLst>
              <a:rect l="0" t="0" r="r" b="b"/>
              <a:pathLst>
                <a:path w="270" h="332">
                  <a:moveTo>
                    <a:pt x="0" y="84"/>
                  </a:moveTo>
                  <a:lnTo>
                    <a:pt x="122" y="143"/>
                  </a:lnTo>
                  <a:lnTo>
                    <a:pt x="135" y="0"/>
                  </a:lnTo>
                  <a:lnTo>
                    <a:pt x="147" y="143"/>
                  </a:lnTo>
                  <a:lnTo>
                    <a:pt x="268" y="82"/>
                  </a:lnTo>
                  <a:lnTo>
                    <a:pt x="159" y="166"/>
                  </a:lnTo>
                  <a:lnTo>
                    <a:pt x="269" y="249"/>
                  </a:lnTo>
                  <a:lnTo>
                    <a:pt x="147" y="189"/>
                  </a:lnTo>
                  <a:lnTo>
                    <a:pt x="135" y="331"/>
                  </a:lnTo>
                  <a:lnTo>
                    <a:pt x="122" y="189"/>
                  </a:lnTo>
                  <a:lnTo>
                    <a:pt x="0" y="249"/>
                  </a:lnTo>
                  <a:lnTo>
                    <a:pt x="110" y="166"/>
                  </a:lnTo>
                  <a:lnTo>
                    <a:pt x="0" y="84"/>
                  </a:lnTo>
                </a:path>
              </a:pathLst>
            </a:custGeom>
            <a:gradFill rotWithShape="0">
              <a:gsLst>
                <a:gs pos="0">
                  <a:srgbClr val="FF6600"/>
                </a:gs>
                <a:gs pos="100000">
                  <a:srgbClr val="FFFFFF"/>
                </a:gs>
              </a:gsLst>
              <a:path path="rect">
                <a:fillToRect l="50000" t="50000" r="50000" b="50000"/>
              </a:path>
            </a:gradFill>
            <a:ln w="9525" cap="rnd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Freeform 20"/>
            <p:cNvSpPr>
              <a:spLocks/>
            </p:cNvSpPr>
            <p:nvPr/>
          </p:nvSpPr>
          <p:spPr bwMode="gray">
            <a:xfrm>
              <a:off x="626" y="408"/>
              <a:ext cx="68" cy="85"/>
            </a:xfrm>
            <a:custGeom>
              <a:avLst/>
              <a:gdLst/>
              <a:ahLst/>
              <a:cxnLst>
                <a:cxn ang="0">
                  <a:pos x="0" y="20"/>
                </a:cxn>
                <a:cxn ang="0">
                  <a:pos x="27" y="30"/>
                </a:cxn>
                <a:cxn ang="0">
                  <a:pos x="33" y="0"/>
                </a:cxn>
                <a:cxn ang="0">
                  <a:pos x="39" y="30"/>
                </a:cxn>
                <a:cxn ang="0">
                  <a:pos x="67" y="20"/>
                </a:cxn>
                <a:cxn ang="0">
                  <a:pos x="45" y="42"/>
                </a:cxn>
                <a:cxn ang="0">
                  <a:pos x="67" y="62"/>
                </a:cxn>
                <a:cxn ang="0">
                  <a:pos x="39" y="52"/>
                </a:cxn>
                <a:cxn ang="0">
                  <a:pos x="33" y="84"/>
                </a:cxn>
                <a:cxn ang="0">
                  <a:pos x="27" y="52"/>
                </a:cxn>
                <a:cxn ang="0">
                  <a:pos x="0" y="62"/>
                </a:cxn>
                <a:cxn ang="0">
                  <a:pos x="21" y="42"/>
                </a:cxn>
                <a:cxn ang="0">
                  <a:pos x="0" y="20"/>
                </a:cxn>
              </a:cxnLst>
              <a:rect l="0" t="0" r="r" b="b"/>
              <a:pathLst>
                <a:path w="68" h="85">
                  <a:moveTo>
                    <a:pt x="0" y="20"/>
                  </a:moveTo>
                  <a:lnTo>
                    <a:pt x="27" y="30"/>
                  </a:lnTo>
                  <a:lnTo>
                    <a:pt x="33" y="0"/>
                  </a:lnTo>
                  <a:lnTo>
                    <a:pt x="39" y="30"/>
                  </a:lnTo>
                  <a:lnTo>
                    <a:pt x="67" y="20"/>
                  </a:lnTo>
                  <a:lnTo>
                    <a:pt x="45" y="42"/>
                  </a:lnTo>
                  <a:lnTo>
                    <a:pt x="67" y="62"/>
                  </a:lnTo>
                  <a:lnTo>
                    <a:pt x="39" y="52"/>
                  </a:lnTo>
                  <a:lnTo>
                    <a:pt x="33" y="84"/>
                  </a:lnTo>
                  <a:lnTo>
                    <a:pt x="27" y="52"/>
                  </a:lnTo>
                  <a:lnTo>
                    <a:pt x="0" y="62"/>
                  </a:lnTo>
                  <a:lnTo>
                    <a:pt x="21" y="42"/>
                  </a:lnTo>
                  <a:lnTo>
                    <a:pt x="0" y="20"/>
                  </a:lnTo>
                </a:path>
              </a:pathLst>
            </a:custGeom>
            <a:gradFill rotWithShape="0">
              <a:gsLst>
                <a:gs pos="0">
                  <a:srgbClr val="FF6600"/>
                </a:gs>
                <a:gs pos="100000">
                  <a:srgbClr val="FFFFFF"/>
                </a:gs>
              </a:gsLst>
              <a:path path="rect">
                <a:fillToRect l="50000" t="50000" r="50000" b="50000"/>
              </a:path>
            </a:gradFill>
            <a:ln w="9525" cap="rnd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29" name="Object 7"/>
          <p:cNvGraphicFramePr>
            <a:graphicFrameLocks noChangeAspect="1"/>
          </p:cNvGraphicFramePr>
          <p:nvPr/>
        </p:nvGraphicFramePr>
        <p:xfrm>
          <a:off x="3779912" y="2563135"/>
          <a:ext cx="1420155" cy="5171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761760" imgH="228600" progId="Equation.3">
                  <p:embed/>
                </p:oleObj>
              </mc:Choice>
              <mc:Fallback>
                <p:oleObj name="Equation" r:id="rId6" imgW="761760" imgH="2286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9912" y="2563135"/>
                        <a:ext cx="1420155" cy="517178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chemeClr val="tx2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8"/>
          <p:cNvGraphicFramePr>
            <a:graphicFrameLocks noChangeAspect="1"/>
          </p:cNvGraphicFramePr>
          <p:nvPr/>
        </p:nvGraphicFramePr>
        <p:xfrm>
          <a:off x="3779912" y="3139199"/>
          <a:ext cx="2351977" cy="4847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002960" imgH="228600" progId="Equation.3">
                  <p:embed/>
                </p:oleObj>
              </mc:Choice>
              <mc:Fallback>
                <p:oleObj name="Equation" r:id="rId8" imgW="1002960" imgH="2286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9912" y="3139199"/>
                        <a:ext cx="2351977" cy="484783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rgbClr val="FFE7FF"/>
                          </a:gs>
                          <a:gs pos="50000">
                            <a:srgbClr val="FFFFFF"/>
                          </a:gs>
                          <a:gs pos="100000">
                            <a:srgbClr val="FFE7FF"/>
                          </a:gs>
                        </a:gsLst>
                        <a:lin ang="5400000" scaled="1"/>
                      </a:gradFill>
                      <a:ln w="9525">
                        <a:solidFill>
                          <a:srgbClr val="CC00CC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矩形 30"/>
          <p:cNvSpPr/>
          <p:nvPr/>
        </p:nvSpPr>
        <p:spPr>
          <a:xfrm>
            <a:off x="6300192" y="3139199"/>
            <a:ext cx="216024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solidFill>
                  <a:srgbClr val="C00000"/>
                </a:solidFill>
              </a:rPr>
              <a:t>带电粒子在电场和磁场中所受的力</a:t>
            </a:r>
          </a:p>
        </p:txBody>
      </p:sp>
      <p:graphicFrame>
        <p:nvGraphicFramePr>
          <p:cNvPr id="32" name="Object 13"/>
          <p:cNvGraphicFramePr>
            <a:graphicFrameLocks noChangeAspect="1"/>
          </p:cNvGraphicFramePr>
          <p:nvPr/>
        </p:nvGraphicFramePr>
        <p:xfrm>
          <a:off x="3779913" y="4147312"/>
          <a:ext cx="2088232" cy="4585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320480" imgH="291960" progId="Equation.3">
                  <p:embed/>
                </p:oleObj>
              </mc:Choice>
              <mc:Fallback>
                <p:oleObj name="Equation" r:id="rId10" imgW="1320480" imgH="29196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9913" y="4147312"/>
                        <a:ext cx="2088232" cy="458555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chemeClr val="tx2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3"/>
          <p:cNvGraphicFramePr>
            <a:graphicFrameLocks noChangeAspect="1"/>
          </p:cNvGraphicFramePr>
          <p:nvPr/>
        </p:nvGraphicFramePr>
        <p:xfrm>
          <a:off x="3707904" y="4795383"/>
          <a:ext cx="2880320" cy="5829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197080" imgH="444240" progId="Equation.3">
                  <p:embed/>
                </p:oleObj>
              </mc:Choice>
              <mc:Fallback>
                <p:oleObj name="Equation" r:id="rId12" imgW="2197080" imgH="44424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7904" y="4795383"/>
                        <a:ext cx="2880320" cy="58290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15"/>
          <p:cNvGraphicFramePr>
            <a:graphicFrameLocks noChangeAspect="1"/>
          </p:cNvGraphicFramePr>
          <p:nvPr/>
        </p:nvGraphicFramePr>
        <p:xfrm>
          <a:off x="5004048" y="5587471"/>
          <a:ext cx="3674244" cy="5778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422360" imgH="241200" progId="">
                  <p:embed/>
                </p:oleObj>
              </mc:Choice>
              <mc:Fallback>
                <p:oleObj name="Equation" r:id="rId14" imgW="1422360" imgH="241200" progId="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4048" y="5587471"/>
                        <a:ext cx="3674244" cy="57783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3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fld id="{A3827950-DF60-4AFA-84DB-90275B92B62A}" type="slidenum">
              <a:rPr lang="en-US" altLang="zh-CN"/>
              <a:pPr>
                <a:defRPr/>
              </a:pPr>
              <a:t>13</a:t>
            </a:fld>
            <a:endParaRPr lang="en-US" altLang="zh-CN"/>
          </a:p>
        </p:txBody>
      </p:sp>
      <p:sp>
        <p:nvSpPr>
          <p:cNvPr id="16388" name="Text Box 1027"/>
          <p:cNvSpPr txBox="1">
            <a:spLocks noChangeArrowheads="1"/>
          </p:cNvSpPr>
          <p:nvPr/>
        </p:nvSpPr>
        <p:spPr bwMode="auto">
          <a:xfrm>
            <a:off x="8178800" y="6499225"/>
            <a:ext cx="5080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>
                <a:solidFill>
                  <a:schemeClr val="bg1"/>
                </a:solidFill>
              </a:rPr>
              <a:t>/10</a:t>
            </a:r>
          </a:p>
        </p:txBody>
      </p:sp>
      <p:sp>
        <p:nvSpPr>
          <p:cNvPr id="16400" name="Text Box 1042"/>
          <p:cNvSpPr txBox="1">
            <a:spLocks noChangeArrowheads="1"/>
          </p:cNvSpPr>
          <p:nvPr/>
        </p:nvSpPr>
        <p:spPr bwMode="auto">
          <a:xfrm>
            <a:off x="241300" y="1203325"/>
            <a:ext cx="289054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dirty="0"/>
              <a:t>1. </a:t>
            </a:r>
            <a:endParaRPr lang="zh-CN" altLang="en-US" sz="2800" b="1" dirty="0"/>
          </a:p>
        </p:txBody>
      </p:sp>
      <p:sp>
        <p:nvSpPr>
          <p:cNvPr id="16397" name="Text Box 1056"/>
          <p:cNvSpPr txBox="1">
            <a:spLocks noChangeArrowheads="1"/>
          </p:cNvSpPr>
          <p:nvPr/>
        </p:nvSpPr>
        <p:spPr bwMode="auto">
          <a:xfrm>
            <a:off x="179512" y="188640"/>
            <a:ext cx="39624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0000FF"/>
                </a:solidFill>
              </a:rPr>
              <a:t>第八章   电磁感应 </a:t>
            </a:r>
          </a:p>
        </p:txBody>
      </p:sp>
      <p:graphicFrame>
        <p:nvGraphicFramePr>
          <p:cNvPr id="20" name="Object 15"/>
          <p:cNvGraphicFramePr>
            <a:graphicFrameLocks noChangeAspect="1"/>
          </p:cNvGraphicFramePr>
          <p:nvPr/>
        </p:nvGraphicFramePr>
        <p:xfrm>
          <a:off x="3059832" y="980728"/>
          <a:ext cx="2197556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47640" imgH="393480" progId="">
                  <p:embed/>
                </p:oleObj>
              </mc:Choice>
              <mc:Fallback>
                <p:oleObj name="Equation" r:id="rId2" imgW="647640" imgH="393480" progId="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832" y="980728"/>
                        <a:ext cx="2197556" cy="1066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16"/>
          <p:cNvGraphicFramePr>
            <a:graphicFrameLocks noChangeAspect="1"/>
          </p:cNvGraphicFramePr>
          <p:nvPr/>
        </p:nvGraphicFramePr>
        <p:xfrm>
          <a:off x="5292080" y="980728"/>
          <a:ext cx="1352342" cy="10507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95000" imgH="393480" progId="">
                  <p:embed/>
                </p:oleObj>
              </mc:Choice>
              <mc:Fallback>
                <p:oleObj name="Equation" r:id="rId4" imgW="495000" imgH="393480" progId="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2080" y="980728"/>
                        <a:ext cx="1352342" cy="105074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 Box 17"/>
          <p:cNvSpPr txBox="1">
            <a:spLocks noChangeArrowheads="1"/>
          </p:cNvSpPr>
          <p:nvPr/>
        </p:nvSpPr>
        <p:spPr bwMode="auto">
          <a:xfrm>
            <a:off x="467544" y="3645024"/>
            <a:ext cx="1728192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b="1" dirty="0"/>
              <a:t>楞次定律</a:t>
            </a:r>
          </a:p>
        </p:txBody>
      </p:sp>
      <p:sp>
        <p:nvSpPr>
          <p:cNvPr id="23" name="Text Box 18"/>
          <p:cNvSpPr txBox="1">
            <a:spLocks noChangeArrowheads="1"/>
          </p:cNvSpPr>
          <p:nvPr/>
        </p:nvSpPr>
        <p:spPr bwMode="auto">
          <a:xfrm>
            <a:off x="2195736" y="3717032"/>
            <a:ext cx="5830416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solidFill>
                  <a:srgbClr val="0000FF"/>
                </a:solidFill>
              </a:rPr>
              <a:t> </a:t>
            </a:r>
            <a:r>
              <a:rPr lang="zh-CN" altLang="en-US" sz="2400" b="1" dirty="0">
                <a:solidFill>
                  <a:srgbClr val="0000FF"/>
                </a:solidFill>
              </a:rPr>
              <a:t>闭合的导线回路中所出现的感应电流，总是使它自己所激发的磁场反抗任何引发电磁感应的原因</a:t>
            </a:r>
          </a:p>
        </p:txBody>
      </p:sp>
      <p:sp>
        <p:nvSpPr>
          <p:cNvPr id="24" name="Text Box 1045"/>
          <p:cNvSpPr txBox="1">
            <a:spLocks noChangeArrowheads="1"/>
          </p:cNvSpPr>
          <p:nvPr/>
        </p:nvSpPr>
        <p:spPr bwMode="auto">
          <a:xfrm>
            <a:off x="1043608" y="2132856"/>
            <a:ext cx="513397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/>
              <a:t>公式中 “负号”的物理意义</a:t>
            </a:r>
            <a:r>
              <a:rPr lang="en-US" altLang="zh-CN" sz="2800" dirty="0"/>
              <a:t>:</a:t>
            </a:r>
          </a:p>
        </p:txBody>
      </p:sp>
      <p:sp>
        <p:nvSpPr>
          <p:cNvPr id="25" name="Text Box 1048"/>
          <p:cNvSpPr txBox="1">
            <a:spLocks noChangeArrowheads="1"/>
          </p:cNvSpPr>
          <p:nvPr/>
        </p:nvSpPr>
        <p:spPr bwMode="auto">
          <a:xfrm>
            <a:off x="1403648" y="2636912"/>
            <a:ext cx="63246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CC0000"/>
                </a:solidFill>
              </a:rPr>
              <a:t>感应电流所激发的磁场反抗任何引发电磁感应的原因</a:t>
            </a:r>
            <a:r>
              <a:rPr lang="en-US" altLang="zh-CN" sz="2400" b="1" dirty="0">
                <a:solidFill>
                  <a:srgbClr val="CC0000"/>
                </a:solidFill>
              </a:rPr>
              <a:t>.</a:t>
            </a:r>
          </a:p>
        </p:txBody>
      </p:sp>
      <p:sp>
        <p:nvSpPr>
          <p:cNvPr id="26" name="Text Box 1049"/>
          <p:cNvSpPr txBox="1">
            <a:spLocks noChangeArrowheads="1"/>
          </p:cNvSpPr>
          <p:nvPr/>
        </p:nvSpPr>
        <p:spPr bwMode="auto">
          <a:xfrm>
            <a:off x="755576" y="5157192"/>
            <a:ext cx="72008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</a:rPr>
              <a:t>会判断电路中感应电动势或感应电流的方向</a:t>
            </a:r>
            <a:r>
              <a:rPr lang="en-US" altLang="zh-CN" sz="2800" b="1" dirty="0">
                <a:solidFill>
                  <a:srgbClr val="FF0000"/>
                </a:solidFill>
              </a:rPr>
              <a:t>.</a:t>
            </a:r>
          </a:p>
        </p:txBody>
      </p:sp>
      <p:sp>
        <p:nvSpPr>
          <p:cNvPr id="27" name="Freeform 17"/>
          <p:cNvSpPr>
            <a:spLocks/>
          </p:cNvSpPr>
          <p:nvPr/>
        </p:nvSpPr>
        <p:spPr bwMode="gray">
          <a:xfrm>
            <a:off x="251520" y="5013176"/>
            <a:ext cx="833438" cy="762000"/>
          </a:xfrm>
          <a:custGeom>
            <a:avLst/>
            <a:gdLst/>
            <a:ahLst/>
            <a:cxnLst>
              <a:cxn ang="0">
                <a:pos x="225" y="217"/>
              </a:cxn>
              <a:cxn ang="0">
                <a:pos x="133" y="0"/>
              </a:cxn>
              <a:cxn ang="0">
                <a:pos x="263" y="193"/>
              </a:cxn>
              <a:cxn ang="0">
                <a:pos x="393" y="0"/>
              </a:cxn>
              <a:cxn ang="0">
                <a:pos x="299" y="217"/>
              </a:cxn>
              <a:cxn ang="0">
                <a:pos x="524" y="240"/>
              </a:cxn>
              <a:cxn ang="0">
                <a:pos x="298" y="262"/>
              </a:cxn>
              <a:cxn ang="0">
                <a:pos x="393" y="479"/>
              </a:cxn>
              <a:cxn ang="0">
                <a:pos x="263" y="286"/>
              </a:cxn>
              <a:cxn ang="0">
                <a:pos x="133" y="479"/>
              </a:cxn>
              <a:cxn ang="0">
                <a:pos x="224" y="263"/>
              </a:cxn>
              <a:cxn ang="0">
                <a:pos x="0" y="240"/>
              </a:cxn>
              <a:cxn ang="0">
                <a:pos x="225" y="217"/>
              </a:cxn>
            </a:cxnLst>
            <a:rect l="0" t="0" r="r" b="b"/>
            <a:pathLst>
              <a:path w="525" h="480">
                <a:moveTo>
                  <a:pt x="225" y="217"/>
                </a:moveTo>
                <a:lnTo>
                  <a:pt x="133" y="0"/>
                </a:lnTo>
                <a:lnTo>
                  <a:pt x="263" y="193"/>
                </a:lnTo>
                <a:lnTo>
                  <a:pt x="393" y="0"/>
                </a:lnTo>
                <a:lnTo>
                  <a:pt x="299" y="217"/>
                </a:lnTo>
                <a:lnTo>
                  <a:pt x="524" y="240"/>
                </a:lnTo>
                <a:lnTo>
                  <a:pt x="298" y="262"/>
                </a:lnTo>
                <a:lnTo>
                  <a:pt x="393" y="479"/>
                </a:lnTo>
                <a:lnTo>
                  <a:pt x="263" y="286"/>
                </a:lnTo>
                <a:lnTo>
                  <a:pt x="133" y="479"/>
                </a:lnTo>
                <a:lnTo>
                  <a:pt x="224" y="263"/>
                </a:lnTo>
                <a:lnTo>
                  <a:pt x="0" y="240"/>
                </a:lnTo>
                <a:lnTo>
                  <a:pt x="225" y="217"/>
                </a:lnTo>
              </a:path>
            </a:pathLst>
          </a:custGeom>
          <a:gradFill rotWithShape="0">
            <a:gsLst>
              <a:gs pos="0">
                <a:srgbClr val="FF6600"/>
              </a:gs>
              <a:gs pos="100000">
                <a:srgbClr val="FFFFFF"/>
              </a:gs>
            </a:gsLst>
            <a:path path="rect">
              <a:fillToRect l="50000" t="50000" r="50000" b="50000"/>
            </a:path>
          </a:gradFill>
          <a:ln w="9525" cap="rnd">
            <a:noFill/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28" name="Rectangle 10"/>
          <p:cNvSpPr>
            <a:spLocks noChangeArrowheads="1"/>
          </p:cNvSpPr>
          <p:nvPr/>
        </p:nvSpPr>
        <p:spPr bwMode="auto">
          <a:xfrm>
            <a:off x="6732240" y="1196752"/>
            <a:ext cx="2592287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i="1" dirty="0">
                <a:solidFill>
                  <a:srgbClr val="0000FF"/>
                </a:solidFill>
                <a:ea typeface="宋体" charset="-122"/>
                <a:cs typeface="Times New Roman" pitchFamily="18" charset="0"/>
              </a:rPr>
              <a:t>ε</a:t>
            </a:r>
            <a:r>
              <a:rPr lang="zh-CN" altLang="en-US" sz="2400" dirty="0">
                <a:solidFill>
                  <a:srgbClr val="0000FF"/>
                </a:solidFill>
                <a:latin typeface="华文楷体" pitchFamily="2" charset="-122"/>
              </a:rPr>
              <a:t>的方向为结果取正值的回路绕向</a:t>
            </a:r>
          </a:p>
        </p:txBody>
      </p:sp>
      <p:sp>
        <p:nvSpPr>
          <p:cNvPr id="15" name="Freeform 17"/>
          <p:cNvSpPr>
            <a:spLocks/>
          </p:cNvSpPr>
          <p:nvPr/>
        </p:nvSpPr>
        <p:spPr bwMode="gray">
          <a:xfrm>
            <a:off x="2555776" y="620688"/>
            <a:ext cx="833438" cy="762000"/>
          </a:xfrm>
          <a:custGeom>
            <a:avLst/>
            <a:gdLst/>
            <a:ahLst/>
            <a:cxnLst>
              <a:cxn ang="0">
                <a:pos x="225" y="217"/>
              </a:cxn>
              <a:cxn ang="0">
                <a:pos x="133" y="0"/>
              </a:cxn>
              <a:cxn ang="0">
                <a:pos x="263" y="193"/>
              </a:cxn>
              <a:cxn ang="0">
                <a:pos x="393" y="0"/>
              </a:cxn>
              <a:cxn ang="0">
                <a:pos x="299" y="217"/>
              </a:cxn>
              <a:cxn ang="0">
                <a:pos x="524" y="240"/>
              </a:cxn>
              <a:cxn ang="0">
                <a:pos x="298" y="262"/>
              </a:cxn>
              <a:cxn ang="0">
                <a:pos x="393" y="479"/>
              </a:cxn>
              <a:cxn ang="0">
                <a:pos x="263" y="286"/>
              </a:cxn>
              <a:cxn ang="0">
                <a:pos x="133" y="479"/>
              </a:cxn>
              <a:cxn ang="0">
                <a:pos x="224" y="263"/>
              </a:cxn>
              <a:cxn ang="0">
                <a:pos x="0" y="240"/>
              </a:cxn>
              <a:cxn ang="0">
                <a:pos x="225" y="217"/>
              </a:cxn>
            </a:cxnLst>
            <a:rect l="0" t="0" r="r" b="b"/>
            <a:pathLst>
              <a:path w="525" h="480">
                <a:moveTo>
                  <a:pt x="225" y="217"/>
                </a:moveTo>
                <a:lnTo>
                  <a:pt x="133" y="0"/>
                </a:lnTo>
                <a:lnTo>
                  <a:pt x="263" y="193"/>
                </a:lnTo>
                <a:lnTo>
                  <a:pt x="393" y="0"/>
                </a:lnTo>
                <a:lnTo>
                  <a:pt x="299" y="217"/>
                </a:lnTo>
                <a:lnTo>
                  <a:pt x="524" y="240"/>
                </a:lnTo>
                <a:lnTo>
                  <a:pt x="298" y="262"/>
                </a:lnTo>
                <a:lnTo>
                  <a:pt x="393" y="479"/>
                </a:lnTo>
                <a:lnTo>
                  <a:pt x="263" y="286"/>
                </a:lnTo>
                <a:lnTo>
                  <a:pt x="133" y="479"/>
                </a:lnTo>
                <a:lnTo>
                  <a:pt x="224" y="263"/>
                </a:lnTo>
                <a:lnTo>
                  <a:pt x="0" y="240"/>
                </a:lnTo>
                <a:lnTo>
                  <a:pt x="225" y="217"/>
                </a:lnTo>
              </a:path>
            </a:pathLst>
          </a:custGeom>
          <a:gradFill rotWithShape="0">
            <a:gsLst>
              <a:gs pos="0">
                <a:srgbClr val="FF6600"/>
              </a:gs>
              <a:gs pos="100000">
                <a:srgbClr val="FFFFFF"/>
              </a:gs>
            </a:gsLst>
            <a:path path="rect">
              <a:fillToRect l="50000" t="50000" r="50000" b="50000"/>
            </a:path>
          </a:gradFill>
          <a:ln w="9525" cap="rnd">
            <a:noFill/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Box 2"/>
          <p:cNvSpPr txBox="1">
            <a:spLocks noChangeArrowheads="1"/>
          </p:cNvSpPr>
          <p:nvPr/>
        </p:nvSpPr>
        <p:spPr bwMode="auto">
          <a:xfrm>
            <a:off x="611560" y="1196752"/>
            <a:ext cx="2448272" cy="523220"/>
          </a:xfrm>
          <a:prstGeom prst="rect">
            <a:avLst/>
          </a:prstGeom>
          <a:solidFill>
            <a:srgbClr val="FFCCFF"/>
          </a:solidFill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r>
              <a:rPr lang="zh-CN" altLang="en-US" sz="2800" b="1" dirty="0"/>
              <a:t>电磁感应定律</a:t>
            </a:r>
            <a:endParaRPr kumimoji="1" lang="zh-CN" altLang="en-US" sz="2800" b="1" dirty="0">
              <a:latin typeface="Times New Roman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utoUpdateAnimBg="0"/>
      <p:bldP spid="23" grpId="0" autoUpdateAnimBg="0"/>
      <p:bldP spid="24" grpId="0" autoUpdateAnimBg="0"/>
      <p:bldP spid="25" grpId="0" autoUpdateAnimBg="0"/>
      <p:bldP spid="26" grpId="0" autoUpdateAnimBg="0"/>
      <p:bldP spid="28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337176" y="5852294"/>
            <a:ext cx="21336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fld id="{A3827950-DF60-4AFA-84DB-90275B92B62A}" type="slidenum">
              <a:rPr lang="en-US" altLang="zh-CN"/>
              <a:pPr>
                <a:defRPr/>
              </a:pPr>
              <a:t>14</a:t>
            </a:fld>
            <a:endParaRPr lang="en-US" altLang="zh-CN"/>
          </a:p>
        </p:txBody>
      </p:sp>
      <p:sp>
        <p:nvSpPr>
          <p:cNvPr id="16388" name="Text Box 1027"/>
          <p:cNvSpPr txBox="1">
            <a:spLocks noChangeArrowheads="1"/>
          </p:cNvSpPr>
          <p:nvPr/>
        </p:nvSpPr>
        <p:spPr bwMode="auto">
          <a:xfrm>
            <a:off x="8178800" y="6499225"/>
            <a:ext cx="5080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>
                <a:solidFill>
                  <a:schemeClr val="bg1"/>
                </a:solidFill>
              </a:rPr>
              <a:t>/10</a:t>
            </a:r>
          </a:p>
        </p:txBody>
      </p:sp>
      <p:sp>
        <p:nvSpPr>
          <p:cNvPr id="253978" name="Text Box 1050"/>
          <p:cNvSpPr txBox="1">
            <a:spLocks noChangeArrowheads="1"/>
          </p:cNvSpPr>
          <p:nvPr/>
        </p:nvSpPr>
        <p:spPr bwMode="auto">
          <a:xfrm>
            <a:off x="4283968" y="1916832"/>
            <a:ext cx="309634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FF0000"/>
                </a:solidFill>
              </a:rPr>
              <a:t>动生电动势的计算</a:t>
            </a:r>
            <a:endParaRPr lang="en-US" altLang="zh-CN" sz="2400" b="1" dirty="0">
              <a:solidFill>
                <a:srgbClr val="FF0000"/>
              </a:solidFill>
            </a:endParaRPr>
          </a:p>
        </p:txBody>
      </p:sp>
      <p:sp>
        <p:nvSpPr>
          <p:cNvPr id="20" name="Text Box 2"/>
          <p:cNvSpPr txBox="1">
            <a:spLocks noChangeArrowheads="1"/>
          </p:cNvSpPr>
          <p:nvPr/>
        </p:nvSpPr>
        <p:spPr bwMode="auto">
          <a:xfrm>
            <a:off x="179512" y="2204864"/>
            <a:ext cx="1368152" cy="954107"/>
          </a:xfrm>
          <a:prstGeom prst="rect">
            <a:avLst/>
          </a:prstGeom>
          <a:solidFill>
            <a:srgbClr val="FFCCFF"/>
          </a:solidFill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r>
              <a:rPr kumimoji="1" lang="zh-CN" altLang="en-US" sz="2800" b="1" dirty="0">
                <a:latin typeface="Times New Roman" pitchFamily="18" charset="0"/>
                <a:ea typeface="楷体_GB2312" pitchFamily="49" charset="-122"/>
              </a:rPr>
              <a:t>感应电动势</a:t>
            </a:r>
          </a:p>
        </p:txBody>
      </p:sp>
      <p:sp>
        <p:nvSpPr>
          <p:cNvPr id="21" name="Text Box 3"/>
          <p:cNvSpPr txBox="1">
            <a:spLocks noChangeArrowheads="1"/>
          </p:cNvSpPr>
          <p:nvPr/>
        </p:nvSpPr>
        <p:spPr bwMode="auto">
          <a:xfrm>
            <a:off x="2483768" y="836712"/>
            <a:ext cx="1731564" cy="461665"/>
          </a:xfrm>
          <a:prstGeom prst="rect">
            <a:avLst/>
          </a:prstGeom>
          <a:solidFill>
            <a:srgbClr val="FFCCFF"/>
          </a:solidFill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r>
              <a:rPr lang="zh-CN" altLang="en-US" sz="2400" b="1" dirty="0"/>
              <a:t>动生电动势</a:t>
            </a:r>
          </a:p>
        </p:txBody>
      </p:sp>
      <p:sp>
        <p:nvSpPr>
          <p:cNvPr id="22" name="Text Box 5"/>
          <p:cNvSpPr txBox="1">
            <a:spLocks noChangeArrowheads="1"/>
          </p:cNvSpPr>
          <p:nvPr/>
        </p:nvSpPr>
        <p:spPr bwMode="auto">
          <a:xfrm>
            <a:off x="2267744" y="3501008"/>
            <a:ext cx="1731564" cy="461665"/>
          </a:xfrm>
          <a:prstGeom prst="rect">
            <a:avLst/>
          </a:prstGeom>
          <a:solidFill>
            <a:srgbClr val="FFCCFF"/>
          </a:solidFill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400" b="1" dirty="0">
                <a:latin typeface="Times New Roman" pitchFamily="18" charset="0"/>
                <a:ea typeface="楷体_GB2312" pitchFamily="49" charset="-122"/>
              </a:rPr>
              <a:t>感生电动势</a:t>
            </a:r>
          </a:p>
        </p:txBody>
      </p:sp>
      <p:sp>
        <p:nvSpPr>
          <p:cNvPr id="23" name="Line 6"/>
          <p:cNvSpPr>
            <a:spLocks noChangeShapeType="1"/>
          </p:cNvSpPr>
          <p:nvPr/>
        </p:nvSpPr>
        <p:spPr bwMode="auto">
          <a:xfrm flipV="1">
            <a:off x="1619672" y="1124744"/>
            <a:ext cx="792088" cy="1080120"/>
          </a:xfrm>
          <a:prstGeom prst="line">
            <a:avLst/>
          </a:prstGeom>
          <a:noFill/>
          <a:ln w="12700">
            <a:solidFill>
              <a:schemeClr val="hlink"/>
            </a:solidFill>
            <a:round/>
            <a:headEnd type="none" w="sm" len="sm"/>
            <a:tailEnd type="triangle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" name="Line 12"/>
          <p:cNvSpPr>
            <a:spLocks noChangeShapeType="1"/>
          </p:cNvSpPr>
          <p:nvPr/>
        </p:nvSpPr>
        <p:spPr bwMode="auto">
          <a:xfrm>
            <a:off x="1619672" y="2924944"/>
            <a:ext cx="648072" cy="936104"/>
          </a:xfrm>
          <a:prstGeom prst="line">
            <a:avLst/>
          </a:prstGeom>
          <a:noFill/>
          <a:ln w="12700">
            <a:solidFill>
              <a:schemeClr val="hlink"/>
            </a:solidFill>
            <a:round/>
            <a:headEnd type="none" w="sm" len="sm"/>
            <a:tailEnd type="triangle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7" name="Group 16"/>
          <p:cNvGrpSpPr>
            <a:grpSpLocks/>
          </p:cNvGrpSpPr>
          <p:nvPr/>
        </p:nvGrpSpPr>
        <p:grpSpPr bwMode="auto">
          <a:xfrm>
            <a:off x="2123728" y="260648"/>
            <a:ext cx="833438" cy="762000"/>
            <a:chOff x="397" y="211"/>
            <a:chExt cx="525" cy="480"/>
          </a:xfrm>
        </p:grpSpPr>
        <p:sp>
          <p:nvSpPr>
            <p:cNvPr id="28" name="Freeform 17"/>
            <p:cNvSpPr>
              <a:spLocks/>
            </p:cNvSpPr>
            <p:nvPr/>
          </p:nvSpPr>
          <p:spPr bwMode="gray">
            <a:xfrm>
              <a:off x="397" y="211"/>
              <a:ext cx="525" cy="480"/>
            </a:xfrm>
            <a:custGeom>
              <a:avLst/>
              <a:gdLst/>
              <a:ahLst/>
              <a:cxnLst>
                <a:cxn ang="0">
                  <a:pos x="225" y="217"/>
                </a:cxn>
                <a:cxn ang="0">
                  <a:pos x="133" y="0"/>
                </a:cxn>
                <a:cxn ang="0">
                  <a:pos x="263" y="193"/>
                </a:cxn>
                <a:cxn ang="0">
                  <a:pos x="393" y="0"/>
                </a:cxn>
                <a:cxn ang="0">
                  <a:pos x="299" y="217"/>
                </a:cxn>
                <a:cxn ang="0">
                  <a:pos x="524" y="240"/>
                </a:cxn>
                <a:cxn ang="0">
                  <a:pos x="298" y="262"/>
                </a:cxn>
                <a:cxn ang="0">
                  <a:pos x="393" y="479"/>
                </a:cxn>
                <a:cxn ang="0">
                  <a:pos x="263" y="286"/>
                </a:cxn>
                <a:cxn ang="0">
                  <a:pos x="133" y="479"/>
                </a:cxn>
                <a:cxn ang="0">
                  <a:pos x="224" y="263"/>
                </a:cxn>
                <a:cxn ang="0">
                  <a:pos x="0" y="240"/>
                </a:cxn>
                <a:cxn ang="0">
                  <a:pos x="225" y="217"/>
                </a:cxn>
              </a:cxnLst>
              <a:rect l="0" t="0" r="r" b="b"/>
              <a:pathLst>
                <a:path w="525" h="480">
                  <a:moveTo>
                    <a:pt x="225" y="217"/>
                  </a:moveTo>
                  <a:lnTo>
                    <a:pt x="133" y="0"/>
                  </a:lnTo>
                  <a:lnTo>
                    <a:pt x="263" y="193"/>
                  </a:lnTo>
                  <a:lnTo>
                    <a:pt x="393" y="0"/>
                  </a:lnTo>
                  <a:lnTo>
                    <a:pt x="299" y="217"/>
                  </a:lnTo>
                  <a:lnTo>
                    <a:pt x="524" y="240"/>
                  </a:lnTo>
                  <a:lnTo>
                    <a:pt x="298" y="262"/>
                  </a:lnTo>
                  <a:lnTo>
                    <a:pt x="393" y="479"/>
                  </a:lnTo>
                  <a:lnTo>
                    <a:pt x="263" y="286"/>
                  </a:lnTo>
                  <a:lnTo>
                    <a:pt x="133" y="479"/>
                  </a:lnTo>
                  <a:lnTo>
                    <a:pt x="224" y="263"/>
                  </a:lnTo>
                  <a:lnTo>
                    <a:pt x="0" y="240"/>
                  </a:lnTo>
                  <a:lnTo>
                    <a:pt x="225" y="217"/>
                  </a:lnTo>
                </a:path>
              </a:pathLst>
            </a:custGeom>
            <a:gradFill rotWithShape="0">
              <a:gsLst>
                <a:gs pos="0">
                  <a:srgbClr val="FF6600"/>
                </a:gs>
                <a:gs pos="100000">
                  <a:srgbClr val="FFFFFF"/>
                </a:gs>
              </a:gsLst>
              <a:path path="rect">
                <a:fillToRect l="50000" t="50000" r="50000" b="50000"/>
              </a:path>
            </a:gradFill>
            <a:ln w="9525" cap="rnd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Freeform 18"/>
            <p:cNvSpPr>
              <a:spLocks/>
            </p:cNvSpPr>
            <p:nvPr/>
          </p:nvSpPr>
          <p:spPr bwMode="gray">
            <a:xfrm>
              <a:off x="469" y="276"/>
              <a:ext cx="382" cy="350"/>
            </a:xfrm>
            <a:custGeom>
              <a:avLst/>
              <a:gdLst/>
              <a:ahLst/>
              <a:cxnLst>
                <a:cxn ang="0">
                  <a:pos x="153" y="153"/>
                </a:cxn>
                <a:cxn ang="0">
                  <a:pos x="95" y="0"/>
                </a:cxn>
                <a:cxn ang="0">
                  <a:pos x="191" y="128"/>
                </a:cxn>
                <a:cxn ang="0">
                  <a:pos x="284" y="0"/>
                </a:cxn>
                <a:cxn ang="0">
                  <a:pos x="227" y="153"/>
                </a:cxn>
                <a:cxn ang="0">
                  <a:pos x="381" y="175"/>
                </a:cxn>
                <a:cxn ang="0">
                  <a:pos x="226" y="196"/>
                </a:cxn>
                <a:cxn ang="0">
                  <a:pos x="284" y="349"/>
                </a:cxn>
                <a:cxn ang="0">
                  <a:pos x="191" y="221"/>
                </a:cxn>
                <a:cxn ang="0">
                  <a:pos x="95" y="349"/>
                </a:cxn>
                <a:cxn ang="0">
                  <a:pos x="152" y="198"/>
                </a:cxn>
                <a:cxn ang="0">
                  <a:pos x="0" y="175"/>
                </a:cxn>
                <a:cxn ang="0">
                  <a:pos x="153" y="153"/>
                </a:cxn>
              </a:cxnLst>
              <a:rect l="0" t="0" r="r" b="b"/>
              <a:pathLst>
                <a:path w="382" h="350">
                  <a:moveTo>
                    <a:pt x="153" y="153"/>
                  </a:moveTo>
                  <a:lnTo>
                    <a:pt x="95" y="0"/>
                  </a:lnTo>
                  <a:lnTo>
                    <a:pt x="191" y="128"/>
                  </a:lnTo>
                  <a:lnTo>
                    <a:pt x="284" y="0"/>
                  </a:lnTo>
                  <a:lnTo>
                    <a:pt x="227" y="153"/>
                  </a:lnTo>
                  <a:lnTo>
                    <a:pt x="381" y="175"/>
                  </a:lnTo>
                  <a:lnTo>
                    <a:pt x="226" y="196"/>
                  </a:lnTo>
                  <a:lnTo>
                    <a:pt x="284" y="349"/>
                  </a:lnTo>
                  <a:lnTo>
                    <a:pt x="191" y="221"/>
                  </a:lnTo>
                  <a:lnTo>
                    <a:pt x="95" y="349"/>
                  </a:lnTo>
                  <a:lnTo>
                    <a:pt x="152" y="198"/>
                  </a:lnTo>
                  <a:lnTo>
                    <a:pt x="0" y="175"/>
                  </a:lnTo>
                  <a:lnTo>
                    <a:pt x="153" y="153"/>
                  </a:lnTo>
                </a:path>
              </a:pathLst>
            </a:custGeom>
            <a:gradFill rotWithShape="0">
              <a:gsLst>
                <a:gs pos="0">
                  <a:srgbClr val="FF6600"/>
                </a:gs>
                <a:gs pos="100000">
                  <a:srgbClr val="FFFFFF"/>
                </a:gs>
              </a:gsLst>
              <a:path path="rect">
                <a:fillToRect l="50000" t="50000" r="50000" b="50000"/>
              </a:path>
            </a:gradFill>
            <a:ln w="9525" cap="rnd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Freeform 19"/>
            <p:cNvSpPr>
              <a:spLocks/>
            </p:cNvSpPr>
            <p:nvPr/>
          </p:nvSpPr>
          <p:spPr bwMode="gray">
            <a:xfrm>
              <a:off x="525" y="285"/>
              <a:ext cx="270" cy="332"/>
            </a:xfrm>
            <a:custGeom>
              <a:avLst/>
              <a:gdLst/>
              <a:ahLst/>
              <a:cxnLst>
                <a:cxn ang="0">
                  <a:pos x="0" y="84"/>
                </a:cxn>
                <a:cxn ang="0">
                  <a:pos x="122" y="143"/>
                </a:cxn>
                <a:cxn ang="0">
                  <a:pos x="135" y="0"/>
                </a:cxn>
                <a:cxn ang="0">
                  <a:pos x="147" y="143"/>
                </a:cxn>
                <a:cxn ang="0">
                  <a:pos x="268" y="82"/>
                </a:cxn>
                <a:cxn ang="0">
                  <a:pos x="159" y="166"/>
                </a:cxn>
                <a:cxn ang="0">
                  <a:pos x="269" y="249"/>
                </a:cxn>
                <a:cxn ang="0">
                  <a:pos x="147" y="189"/>
                </a:cxn>
                <a:cxn ang="0">
                  <a:pos x="135" y="331"/>
                </a:cxn>
                <a:cxn ang="0">
                  <a:pos x="122" y="189"/>
                </a:cxn>
                <a:cxn ang="0">
                  <a:pos x="0" y="249"/>
                </a:cxn>
                <a:cxn ang="0">
                  <a:pos x="110" y="166"/>
                </a:cxn>
                <a:cxn ang="0">
                  <a:pos x="0" y="84"/>
                </a:cxn>
              </a:cxnLst>
              <a:rect l="0" t="0" r="r" b="b"/>
              <a:pathLst>
                <a:path w="270" h="332">
                  <a:moveTo>
                    <a:pt x="0" y="84"/>
                  </a:moveTo>
                  <a:lnTo>
                    <a:pt x="122" y="143"/>
                  </a:lnTo>
                  <a:lnTo>
                    <a:pt x="135" y="0"/>
                  </a:lnTo>
                  <a:lnTo>
                    <a:pt x="147" y="143"/>
                  </a:lnTo>
                  <a:lnTo>
                    <a:pt x="268" y="82"/>
                  </a:lnTo>
                  <a:lnTo>
                    <a:pt x="159" y="166"/>
                  </a:lnTo>
                  <a:lnTo>
                    <a:pt x="269" y="249"/>
                  </a:lnTo>
                  <a:lnTo>
                    <a:pt x="147" y="189"/>
                  </a:lnTo>
                  <a:lnTo>
                    <a:pt x="135" y="331"/>
                  </a:lnTo>
                  <a:lnTo>
                    <a:pt x="122" y="189"/>
                  </a:lnTo>
                  <a:lnTo>
                    <a:pt x="0" y="249"/>
                  </a:lnTo>
                  <a:lnTo>
                    <a:pt x="110" y="166"/>
                  </a:lnTo>
                  <a:lnTo>
                    <a:pt x="0" y="84"/>
                  </a:lnTo>
                </a:path>
              </a:pathLst>
            </a:custGeom>
            <a:gradFill rotWithShape="0">
              <a:gsLst>
                <a:gs pos="0">
                  <a:srgbClr val="FF6600"/>
                </a:gs>
                <a:gs pos="100000">
                  <a:srgbClr val="FFFFFF"/>
                </a:gs>
              </a:gsLst>
              <a:path path="rect">
                <a:fillToRect l="50000" t="50000" r="50000" b="50000"/>
              </a:path>
            </a:gradFill>
            <a:ln w="9525" cap="rnd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Freeform 20"/>
            <p:cNvSpPr>
              <a:spLocks/>
            </p:cNvSpPr>
            <p:nvPr/>
          </p:nvSpPr>
          <p:spPr bwMode="gray">
            <a:xfrm>
              <a:off x="626" y="408"/>
              <a:ext cx="68" cy="85"/>
            </a:xfrm>
            <a:custGeom>
              <a:avLst/>
              <a:gdLst/>
              <a:ahLst/>
              <a:cxnLst>
                <a:cxn ang="0">
                  <a:pos x="0" y="20"/>
                </a:cxn>
                <a:cxn ang="0">
                  <a:pos x="27" y="30"/>
                </a:cxn>
                <a:cxn ang="0">
                  <a:pos x="33" y="0"/>
                </a:cxn>
                <a:cxn ang="0">
                  <a:pos x="39" y="30"/>
                </a:cxn>
                <a:cxn ang="0">
                  <a:pos x="67" y="20"/>
                </a:cxn>
                <a:cxn ang="0">
                  <a:pos x="45" y="42"/>
                </a:cxn>
                <a:cxn ang="0">
                  <a:pos x="67" y="62"/>
                </a:cxn>
                <a:cxn ang="0">
                  <a:pos x="39" y="52"/>
                </a:cxn>
                <a:cxn ang="0">
                  <a:pos x="33" y="84"/>
                </a:cxn>
                <a:cxn ang="0">
                  <a:pos x="27" y="52"/>
                </a:cxn>
                <a:cxn ang="0">
                  <a:pos x="0" y="62"/>
                </a:cxn>
                <a:cxn ang="0">
                  <a:pos x="21" y="42"/>
                </a:cxn>
                <a:cxn ang="0">
                  <a:pos x="0" y="20"/>
                </a:cxn>
              </a:cxnLst>
              <a:rect l="0" t="0" r="r" b="b"/>
              <a:pathLst>
                <a:path w="68" h="85">
                  <a:moveTo>
                    <a:pt x="0" y="20"/>
                  </a:moveTo>
                  <a:lnTo>
                    <a:pt x="27" y="30"/>
                  </a:lnTo>
                  <a:lnTo>
                    <a:pt x="33" y="0"/>
                  </a:lnTo>
                  <a:lnTo>
                    <a:pt x="39" y="30"/>
                  </a:lnTo>
                  <a:lnTo>
                    <a:pt x="67" y="20"/>
                  </a:lnTo>
                  <a:lnTo>
                    <a:pt x="45" y="42"/>
                  </a:lnTo>
                  <a:lnTo>
                    <a:pt x="67" y="62"/>
                  </a:lnTo>
                  <a:lnTo>
                    <a:pt x="39" y="52"/>
                  </a:lnTo>
                  <a:lnTo>
                    <a:pt x="33" y="84"/>
                  </a:lnTo>
                  <a:lnTo>
                    <a:pt x="27" y="52"/>
                  </a:lnTo>
                  <a:lnTo>
                    <a:pt x="0" y="62"/>
                  </a:lnTo>
                  <a:lnTo>
                    <a:pt x="21" y="42"/>
                  </a:lnTo>
                  <a:lnTo>
                    <a:pt x="0" y="20"/>
                  </a:lnTo>
                </a:path>
              </a:pathLst>
            </a:custGeom>
            <a:gradFill rotWithShape="0">
              <a:gsLst>
                <a:gs pos="0">
                  <a:srgbClr val="FF6600"/>
                </a:gs>
                <a:gs pos="100000">
                  <a:srgbClr val="FFFFFF"/>
                </a:gs>
              </a:gsLst>
              <a:path path="rect">
                <a:fillToRect l="50000" t="50000" r="50000" b="50000"/>
              </a:path>
            </a:gradFill>
            <a:ln w="9525" cap="rnd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33798" name="Object 21"/>
          <p:cNvGraphicFramePr>
            <a:graphicFrameLocks noChangeAspect="1"/>
          </p:cNvGraphicFramePr>
          <p:nvPr/>
        </p:nvGraphicFramePr>
        <p:xfrm>
          <a:off x="1099530" y="2564905"/>
          <a:ext cx="432457" cy="6480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2280" imgH="228600" progId="">
                  <p:embed/>
                </p:oleObj>
              </mc:Choice>
              <mc:Fallback>
                <p:oleObj name="Equation" r:id="rId2" imgW="152280" imgH="228600" progId="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9530" y="2564905"/>
                        <a:ext cx="432457" cy="64807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Text Box 53"/>
          <p:cNvSpPr txBox="1">
            <a:spLocks noChangeArrowheads="1"/>
          </p:cNvSpPr>
          <p:nvPr/>
        </p:nvSpPr>
        <p:spPr bwMode="auto">
          <a:xfrm>
            <a:off x="4283968" y="1556792"/>
            <a:ext cx="427196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b="1" dirty="0">
                <a:solidFill>
                  <a:srgbClr val="0000FF"/>
                </a:solidFill>
              </a:rPr>
              <a:t>非静电力场来源 ： 洛伦兹力</a:t>
            </a:r>
          </a:p>
        </p:txBody>
      </p:sp>
      <p:graphicFrame>
        <p:nvGraphicFramePr>
          <p:cNvPr id="33800" name="Object 8"/>
          <p:cNvGraphicFramePr>
            <a:graphicFrameLocks noChangeAspect="1"/>
          </p:cNvGraphicFramePr>
          <p:nvPr/>
        </p:nvGraphicFramePr>
        <p:xfrm>
          <a:off x="6314628" y="692696"/>
          <a:ext cx="2613348" cy="7339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904760" imgH="596880" progId="Equation.3">
                  <p:embed/>
                </p:oleObj>
              </mc:Choice>
              <mc:Fallback>
                <p:oleObj name="Equation" r:id="rId4" imgW="1904760" imgH="59688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14628" y="692696"/>
                        <a:ext cx="2613348" cy="7339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CC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1" name="Object 9"/>
          <p:cNvGraphicFramePr>
            <a:graphicFrameLocks noChangeAspect="1"/>
          </p:cNvGraphicFramePr>
          <p:nvPr/>
        </p:nvGraphicFramePr>
        <p:xfrm>
          <a:off x="4283968" y="692696"/>
          <a:ext cx="2162897" cy="720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901440" imgH="330120" progId="Equation.3">
                  <p:embed/>
                </p:oleObj>
              </mc:Choice>
              <mc:Fallback>
                <p:oleObj name="公式" r:id="rId6" imgW="901440" imgH="330120" progId="Equation.3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3968" y="692696"/>
                        <a:ext cx="2162897" cy="7200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CC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2" name="Object 10"/>
          <p:cNvGraphicFramePr>
            <a:graphicFrameLocks noChangeAspect="1"/>
          </p:cNvGraphicFramePr>
          <p:nvPr/>
        </p:nvGraphicFramePr>
        <p:xfrm>
          <a:off x="4139952" y="3284984"/>
          <a:ext cx="4283968" cy="9994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612800" imgH="419040" progId="Equation.3">
                  <p:embed/>
                </p:oleObj>
              </mc:Choice>
              <mc:Fallback>
                <p:oleObj name="公式" r:id="rId8" imgW="1612800" imgH="419040" progId="Equation.3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39952" y="3284984"/>
                        <a:ext cx="4283968" cy="9994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" name="Rectangle 24"/>
          <p:cNvSpPr>
            <a:spLocks noChangeArrowheads="1"/>
          </p:cNvSpPr>
          <p:nvPr/>
        </p:nvSpPr>
        <p:spPr bwMode="auto">
          <a:xfrm>
            <a:off x="3635896" y="4437112"/>
            <a:ext cx="453650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0000FF"/>
                </a:solidFill>
              </a:rPr>
              <a:t>变化的磁场在其周围空间激发一种电场</a:t>
            </a:r>
          </a:p>
        </p:txBody>
      </p:sp>
      <p:grpSp>
        <p:nvGrpSpPr>
          <p:cNvPr id="42" name="Group 6"/>
          <p:cNvGrpSpPr>
            <a:grpSpLocks/>
          </p:cNvGrpSpPr>
          <p:nvPr/>
        </p:nvGrpSpPr>
        <p:grpSpPr bwMode="auto">
          <a:xfrm>
            <a:off x="1835696" y="5301208"/>
            <a:ext cx="5330825" cy="695325"/>
            <a:chOff x="720" y="3360"/>
            <a:chExt cx="3358" cy="438"/>
          </a:xfrm>
        </p:grpSpPr>
        <p:sp>
          <p:nvSpPr>
            <p:cNvPr id="43" name="Text Box 7"/>
            <p:cNvSpPr txBox="1">
              <a:spLocks noChangeArrowheads="1"/>
            </p:cNvSpPr>
            <p:nvPr/>
          </p:nvSpPr>
          <p:spPr bwMode="auto">
            <a:xfrm>
              <a:off x="2208" y="3408"/>
              <a:ext cx="1870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kumimoji="1" lang="zh-CN" altLang="en-US" sz="2400" b="1" dirty="0">
                  <a:solidFill>
                    <a:srgbClr val="FF0000"/>
                  </a:solidFill>
                  <a:latin typeface="宋体" pitchFamily="2" charset="-122"/>
                </a:rPr>
                <a:t>感生电场</a:t>
              </a:r>
              <a:r>
                <a:rPr kumimoji="1" lang="zh-CN" altLang="en-US" sz="2400" b="1" dirty="0">
                  <a:latin typeface="宋体" pitchFamily="2" charset="-122"/>
                </a:rPr>
                <a:t>是</a:t>
              </a:r>
              <a:r>
                <a:rPr kumimoji="1" lang="zh-CN" altLang="en-US" sz="2400" b="1" dirty="0">
                  <a:latin typeface="Times New Roman" pitchFamily="18" charset="0"/>
                </a:rPr>
                <a:t>非保守场</a:t>
              </a:r>
              <a:endParaRPr kumimoji="1" lang="zh-CN" altLang="en-US" sz="2800" b="1" dirty="0">
                <a:latin typeface="Times New Roman" pitchFamily="18" charset="0"/>
              </a:endParaRPr>
            </a:p>
          </p:txBody>
        </p:sp>
        <p:graphicFrame>
          <p:nvGraphicFramePr>
            <p:cNvPr id="44" name="Object 8"/>
            <p:cNvGraphicFramePr>
              <a:graphicFrameLocks noChangeAspect="1"/>
            </p:cNvGraphicFramePr>
            <p:nvPr/>
          </p:nvGraphicFramePr>
          <p:xfrm>
            <a:off x="720" y="3360"/>
            <a:ext cx="1180" cy="4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761760" imgH="253800" progId="Equation.3">
                    <p:embed/>
                  </p:oleObj>
                </mc:Choice>
                <mc:Fallback>
                  <p:oleObj name="Equation" r:id="rId10" imgW="761760" imgH="253800" progId="Equation.3">
                    <p:embed/>
                    <p:pic>
                      <p:nvPicPr>
                        <p:cNvPr id="0" name="Picture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0" y="3360"/>
                          <a:ext cx="1180" cy="43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253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33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33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3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3978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5" name="Text Box 7"/>
          <p:cNvSpPr txBox="1">
            <a:spLocks noChangeArrowheads="1"/>
          </p:cNvSpPr>
          <p:nvPr/>
        </p:nvSpPr>
        <p:spPr bwMode="auto">
          <a:xfrm>
            <a:off x="914400" y="838200"/>
            <a:ext cx="47244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C00000"/>
                </a:solidFill>
              </a:rPr>
              <a:t>自感及自感电动势</a:t>
            </a:r>
          </a:p>
        </p:txBody>
      </p:sp>
      <p:graphicFrame>
        <p:nvGraphicFramePr>
          <p:cNvPr id="27650" name="Object 10"/>
          <p:cNvGraphicFramePr>
            <a:graphicFrameLocks noChangeAspect="1"/>
          </p:cNvGraphicFramePr>
          <p:nvPr/>
        </p:nvGraphicFramePr>
        <p:xfrm>
          <a:off x="1828800" y="1439863"/>
          <a:ext cx="3132138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90360" imgH="215640" progId="">
                  <p:embed/>
                </p:oleObj>
              </mc:Choice>
              <mc:Fallback>
                <p:oleObj name="Equation" r:id="rId2" imgW="990360" imgH="215640" progId="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1439863"/>
                        <a:ext cx="3132138" cy="5762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5360" name="Object 16"/>
          <p:cNvGraphicFramePr>
            <a:graphicFrameLocks noChangeAspect="1"/>
          </p:cNvGraphicFramePr>
          <p:nvPr/>
        </p:nvGraphicFramePr>
        <p:xfrm>
          <a:off x="1828800" y="2092325"/>
          <a:ext cx="3276600" cy="930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80800" imgH="393480" progId="">
                  <p:embed/>
                </p:oleObj>
              </mc:Choice>
              <mc:Fallback>
                <p:oleObj name="Equation" r:id="rId4" imgW="1180800" imgH="393480" progId="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2092325"/>
                        <a:ext cx="3276600" cy="930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32"/>
          <p:cNvGrpSpPr>
            <a:grpSpLocks/>
          </p:cNvGrpSpPr>
          <p:nvPr/>
        </p:nvGrpSpPr>
        <p:grpSpPr bwMode="auto">
          <a:xfrm>
            <a:off x="990600" y="3173413"/>
            <a:ext cx="5819775" cy="2433637"/>
            <a:chOff x="624" y="1999"/>
            <a:chExt cx="3666" cy="1533"/>
          </a:xfrm>
        </p:grpSpPr>
        <p:sp>
          <p:nvSpPr>
            <p:cNvPr id="27657" name="Text Box 17"/>
            <p:cNvSpPr txBox="1">
              <a:spLocks noChangeArrowheads="1"/>
            </p:cNvSpPr>
            <p:nvPr/>
          </p:nvSpPr>
          <p:spPr bwMode="auto">
            <a:xfrm>
              <a:off x="624" y="1999"/>
              <a:ext cx="2846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800" b="1" dirty="0">
                  <a:solidFill>
                    <a:srgbClr val="C00000"/>
                  </a:solidFill>
                </a:rPr>
                <a:t>互感及互感电动势电动势</a:t>
              </a:r>
            </a:p>
          </p:txBody>
        </p:sp>
        <p:graphicFrame>
          <p:nvGraphicFramePr>
            <p:cNvPr id="27652" name="Object 21"/>
            <p:cNvGraphicFramePr>
              <a:graphicFrameLocks noChangeAspect="1"/>
            </p:cNvGraphicFramePr>
            <p:nvPr/>
          </p:nvGraphicFramePr>
          <p:xfrm>
            <a:off x="1104" y="2374"/>
            <a:ext cx="2640" cy="6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701720" imgH="431640" progId="Equation.3">
                    <p:embed/>
                  </p:oleObj>
                </mc:Choice>
                <mc:Fallback>
                  <p:oleObj name="Equation" r:id="rId6" imgW="1701720" imgH="431640" progId="Equation.3">
                    <p:embed/>
                    <p:pic>
                      <p:nvPicPr>
                        <p:cNvPr id="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04" y="2374"/>
                          <a:ext cx="2640" cy="6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gradFill rotWithShape="0">
                                <a:gsLst>
                                  <a:gs pos="0">
                                    <a:schemeClr val="accent1"/>
                                  </a:gs>
                                  <a:gs pos="50000">
                                    <a:srgbClr val="FFFFFF"/>
                                  </a:gs>
                                  <a:gs pos="100000">
                                    <a:schemeClr val="accent1"/>
                                  </a:gs>
                                </a:gsLst>
                                <a:lin ang="5400000" scaled="1"/>
                              </a:gra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53" name="Object 22"/>
            <p:cNvGraphicFramePr>
              <a:graphicFrameLocks noChangeAspect="1"/>
            </p:cNvGraphicFramePr>
            <p:nvPr/>
          </p:nvGraphicFramePr>
          <p:xfrm>
            <a:off x="1066" y="2931"/>
            <a:ext cx="1404" cy="5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850680" imgH="393480" progId="">
                    <p:embed/>
                  </p:oleObj>
                </mc:Choice>
                <mc:Fallback>
                  <p:oleObj name="Equation" r:id="rId8" imgW="850680" imgH="393480" progId="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66" y="2931"/>
                          <a:ext cx="1404" cy="56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54" name="Object 23"/>
            <p:cNvGraphicFramePr>
              <a:graphicFrameLocks noChangeAspect="1"/>
            </p:cNvGraphicFramePr>
            <p:nvPr/>
          </p:nvGraphicFramePr>
          <p:xfrm>
            <a:off x="2925" y="2886"/>
            <a:ext cx="1365" cy="6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838080" imgH="393480" progId="">
                    <p:embed/>
                  </p:oleObj>
                </mc:Choice>
                <mc:Fallback>
                  <p:oleObj name="Equation" r:id="rId10" imgW="838080" imgH="393480" progId="">
                    <p:embed/>
                    <p:pic>
                      <p:nvPicPr>
                        <p:cNvPr id="0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25" y="2886"/>
                          <a:ext cx="1365" cy="64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5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81" name="Text Box 17"/>
          <p:cNvSpPr txBox="1">
            <a:spLocks noChangeArrowheads="1"/>
          </p:cNvSpPr>
          <p:nvPr/>
        </p:nvSpPr>
        <p:spPr bwMode="auto">
          <a:xfrm>
            <a:off x="457200" y="3276600"/>
            <a:ext cx="65532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C00000"/>
                </a:solidFill>
              </a:rPr>
              <a:t>全电流安培环路定理</a:t>
            </a:r>
          </a:p>
        </p:txBody>
      </p:sp>
      <p:grpSp>
        <p:nvGrpSpPr>
          <p:cNvPr id="2" name="Group 37"/>
          <p:cNvGrpSpPr>
            <a:grpSpLocks/>
          </p:cNvGrpSpPr>
          <p:nvPr/>
        </p:nvGrpSpPr>
        <p:grpSpPr bwMode="auto">
          <a:xfrm>
            <a:off x="827584" y="4653136"/>
            <a:ext cx="6224588" cy="849312"/>
            <a:chOff x="624" y="3019"/>
            <a:chExt cx="4387" cy="504"/>
          </a:xfrm>
        </p:grpSpPr>
        <p:sp>
          <p:nvSpPr>
            <p:cNvPr id="28691" name="Text Box 19"/>
            <p:cNvSpPr txBox="1">
              <a:spLocks noChangeArrowheads="1"/>
            </p:cNvSpPr>
            <p:nvPr/>
          </p:nvSpPr>
          <p:spPr bwMode="auto">
            <a:xfrm>
              <a:off x="624" y="3168"/>
              <a:ext cx="1680" cy="28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b="1">
                  <a:solidFill>
                    <a:srgbClr val="0000FF"/>
                  </a:solidFill>
                </a:rPr>
                <a:t>2  </a:t>
              </a:r>
              <a:r>
                <a:rPr lang="zh-CN" altLang="en-US" b="1">
                  <a:solidFill>
                    <a:srgbClr val="0000FF"/>
                  </a:solidFill>
                </a:rPr>
                <a:t>位移电流  </a:t>
              </a:r>
            </a:p>
          </p:txBody>
        </p:sp>
        <p:graphicFrame>
          <p:nvGraphicFramePr>
            <p:cNvPr id="28680" name="Object 6"/>
            <p:cNvGraphicFramePr>
              <a:graphicFrameLocks noChangeAspect="1"/>
            </p:cNvGraphicFramePr>
            <p:nvPr/>
          </p:nvGraphicFramePr>
          <p:xfrm>
            <a:off x="2443" y="3019"/>
            <a:ext cx="2568" cy="5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3619440" imgH="736560" progId="Equation.3">
                    <p:embed/>
                  </p:oleObj>
                </mc:Choice>
                <mc:Fallback>
                  <p:oleObj name="Equation" r:id="rId2" imgW="3619440" imgH="736560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43" y="3019"/>
                          <a:ext cx="2568" cy="5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36"/>
          <p:cNvGrpSpPr>
            <a:grpSpLocks/>
          </p:cNvGrpSpPr>
          <p:nvPr/>
        </p:nvGrpSpPr>
        <p:grpSpPr bwMode="auto">
          <a:xfrm>
            <a:off x="990600" y="4005263"/>
            <a:ext cx="4559300" cy="600075"/>
            <a:chOff x="624" y="2592"/>
            <a:chExt cx="2872" cy="378"/>
          </a:xfrm>
        </p:grpSpPr>
        <p:graphicFrame>
          <p:nvGraphicFramePr>
            <p:cNvPr id="28679" name="Object 5"/>
            <p:cNvGraphicFramePr>
              <a:graphicFrameLocks noChangeAspect="1"/>
            </p:cNvGraphicFramePr>
            <p:nvPr/>
          </p:nvGraphicFramePr>
          <p:xfrm>
            <a:off x="2256" y="2592"/>
            <a:ext cx="1240" cy="3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698400" imgH="241200" progId="">
                    <p:embed/>
                  </p:oleObj>
                </mc:Choice>
                <mc:Fallback>
                  <p:oleObj name="Equation" r:id="rId4" imgW="698400" imgH="241200" progId="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56" y="2592"/>
                          <a:ext cx="1240" cy="3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690" name="Rectangle 23"/>
            <p:cNvSpPr>
              <a:spLocks noChangeArrowheads="1"/>
            </p:cNvSpPr>
            <p:nvPr/>
          </p:nvSpPr>
          <p:spPr bwMode="auto">
            <a:xfrm>
              <a:off x="624" y="2621"/>
              <a:ext cx="198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b="1">
                  <a:solidFill>
                    <a:srgbClr val="0000FF"/>
                  </a:solidFill>
                </a:rPr>
                <a:t>1   </a:t>
              </a:r>
              <a:r>
                <a:rPr lang="zh-CN" altLang="zh-CN" b="1">
                  <a:solidFill>
                    <a:srgbClr val="0000FF"/>
                  </a:solidFill>
                </a:rPr>
                <a:t>位移电流密度</a:t>
              </a:r>
              <a:r>
                <a:rPr lang="zh-CN" altLang="en-US" b="1">
                  <a:solidFill>
                    <a:srgbClr val="0000FF"/>
                  </a:solidFill>
                </a:rPr>
                <a:t> </a:t>
              </a:r>
            </a:p>
          </p:txBody>
        </p:sp>
      </p:grpSp>
      <p:grpSp>
        <p:nvGrpSpPr>
          <p:cNvPr id="4" name="Group 38"/>
          <p:cNvGrpSpPr>
            <a:grpSpLocks/>
          </p:cNvGrpSpPr>
          <p:nvPr/>
        </p:nvGrpSpPr>
        <p:grpSpPr bwMode="auto">
          <a:xfrm>
            <a:off x="899592" y="5805264"/>
            <a:ext cx="4638675" cy="625475"/>
            <a:chOff x="624" y="3567"/>
            <a:chExt cx="2922" cy="394"/>
          </a:xfrm>
        </p:grpSpPr>
        <p:sp>
          <p:nvSpPr>
            <p:cNvPr id="28689" name="Text Box 25"/>
            <p:cNvSpPr txBox="1">
              <a:spLocks noChangeArrowheads="1"/>
            </p:cNvSpPr>
            <p:nvPr/>
          </p:nvSpPr>
          <p:spPr bwMode="auto">
            <a:xfrm>
              <a:off x="624" y="3600"/>
              <a:ext cx="134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b="1">
                  <a:solidFill>
                    <a:srgbClr val="0000FF"/>
                  </a:solidFill>
                </a:rPr>
                <a:t>3  </a:t>
              </a:r>
              <a:r>
                <a:rPr lang="zh-CN" altLang="en-US" b="1">
                  <a:solidFill>
                    <a:srgbClr val="0000FF"/>
                  </a:solidFill>
                </a:rPr>
                <a:t>全电流</a:t>
              </a:r>
            </a:p>
          </p:txBody>
        </p:sp>
        <p:graphicFrame>
          <p:nvGraphicFramePr>
            <p:cNvPr id="28678" name="Object 4"/>
            <p:cNvGraphicFramePr>
              <a:graphicFrameLocks noChangeAspect="1"/>
            </p:cNvGraphicFramePr>
            <p:nvPr/>
          </p:nvGraphicFramePr>
          <p:xfrm>
            <a:off x="2250" y="3567"/>
            <a:ext cx="1296" cy="3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685800" imgH="228600" progId="Equation.3">
                    <p:embed/>
                  </p:oleObj>
                </mc:Choice>
                <mc:Fallback>
                  <p:oleObj name="Equation" r:id="rId6" imgW="685800" imgH="228600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50" y="3567"/>
                          <a:ext cx="1296" cy="39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gradFill rotWithShape="0">
                                <a:gsLst>
                                  <a:gs pos="0">
                                    <a:schemeClr val="accent1"/>
                                  </a:gs>
                                  <a:gs pos="50000">
                                    <a:srgbClr val="FFFFFF"/>
                                  </a:gs>
                                  <a:gs pos="100000">
                                    <a:schemeClr val="accent1"/>
                                  </a:gs>
                                </a:gsLst>
                                <a:lin ang="5400000" scaled="1"/>
                              </a:gra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8685" name="Text Box 28"/>
          <p:cNvSpPr txBox="1">
            <a:spLocks noChangeArrowheads="1"/>
          </p:cNvSpPr>
          <p:nvPr/>
        </p:nvSpPr>
        <p:spPr bwMode="auto">
          <a:xfrm>
            <a:off x="1066800" y="15621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b="1">
                <a:solidFill>
                  <a:srgbClr val="0000FF"/>
                </a:solidFill>
              </a:rPr>
              <a:t>2 </a:t>
            </a:r>
            <a:r>
              <a:rPr lang="zh-CN" altLang="en-US" b="1">
                <a:solidFill>
                  <a:srgbClr val="0000FF"/>
                </a:solidFill>
              </a:rPr>
              <a:t>磁场能量密度</a:t>
            </a:r>
          </a:p>
        </p:txBody>
      </p:sp>
      <p:graphicFrame>
        <p:nvGraphicFramePr>
          <p:cNvPr id="28674" name="Object 0"/>
          <p:cNvGraphicFramePr>
            <a:graphicFrameLocks noChangeAspect="1"/>
          </p:cNvGraphicFramePr>
          <p:nvPr/>
        </p:nvGraphicFramePr>
        <p:xfrm>
          <a:off x="3581400" y="1295400"/>
          <a:ext cx="3848100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663560" imgH="444240" progId="Equation.3">
                  <p:embed/>
                </p:oleObj>
              </mc:Choice>
              <mc:Fallback>
                <p:oleObj name="Equation" r:id="rId8" imgW="1663560" imgH="444240" progId="Equation.3">
                  <p:embed/>
                  <p:pic>
                    <p:nvPicPr>
                      <p:cNvPr id="0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1295400"/>
                        <a:ext cx="3848100" cy="1028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gradFill rotWithShape="0">
                              <a:gsLst>
                                <a:gs pos="0">
                                  <a:schemeClr val="accent1"/>
                                </a:gs>
                                <a:gs pos="50000">
                                  <a:srgbClr val="FFFFFF"/>
                                </a:gs>
                                <a:gs pos="100000">
                                  <a:schemeClr val="accent1"/>
                                </a:gs>
                              </a:gsLst>
                              <a:lin ang="5400000" scaled="1"/>
                            </a:gra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86" name="Text Box 30"/>
          <p:cNvSpPr txBox="1">
            <a:spLocks noChangeArrowheads="1"/>
          </p:cNvSpPr>
          <p:nvPr/>
        </p:nvSpPr>
        <p:spPr bwMode="auto">
          <a:xfrm>
            <a:off x="1066800" y="2324100"/>
            <a:ext cx="2362200" cy="4572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b="1">
                <a:solidFill>
                  <a:srgbClr val="0000FF"/>
                </a:solidFill>
              </a:rPr>
              <a:t>3 </a:t>
            </a:r>
            <a:r>
              <a:rPr lang="zh-CN" altLang="en-US" b="1">
                <a:solidFill>
                  <a:srgbClr val="0000FF"/>
                </a:solidFill>
              </a:rPr>
              <a:t>磁场能量</a:t>
            </a:r>
          </a:p>
        </p:txBody>
      </p:sp>
      <p:graphicFrame>
        <p:nvGraphicFramePr>
          <p:cNvPr id="28675" name="Object 1"/>
          <p:cNvGraphicFramePr>
            <a:graphicFrameLocks noChangeAspect="1"/>
          </p:cNvGraphicFramePr>
          <p:nvPr/>
        </p:nvGraphicFramePr>
        <p:xfrm>
          <a:off x="3505200" y="2095500"/>
          <a:ext cx="3924300" cy="1001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600200" imgH="444240" progId="Equation.3">
                  <p:embed/>
                </p:oleObj>
              </mc:Choice>
              <mc:Fallback>
                <p:oleObj name="Equation" r:id="rId10" imgW="1600200" imgH="44424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2095500"/>
                        <a:ext cx="3924300" cy="1001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87" name="Text Box 32"/>
          <p:cNvSpPr txBox="1">
            <a:spLocks noChangeArrowheads="1"/>
          </p:cNvSpPr>
          <p:nvPr/>
        </p:nvSpPr>
        <p:spPr bwMode="auto">
          <a:xfrm>
            <a:off x="1081088" y="809625"/>
            <a:ext cx="25860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b="1">
                <a:solidFill>
                  <a:srgbClr val="0000FF"/>
                </a:solidFill>
              </a:rPr>
              <a:t>1 </a:t>
            </a:r>
            <a:r>
              <a:rPr lang="zh-CN" altLang="en-US" b="1">
                <a:solidFill>
                  <a:srgbClr val="0000FF"/>
                </a:solidFill>
              </a:rPr>
              <a:t>自感线圈磁能</a:t>
            </a:r>
          </a:p>
        </p:txBody>
      </p:sp>
      <p:graphicFrame>
        <p:nvGraphicFramePr>
          <p:cNvPr id="28676" name="Object 2"/>
          <p:cNvGraphicFramePr>
            <a:graphicFrameLocks noChangeAspect="1"/>
          </p:cNvGraphicFramePr>
          <p:nvPr/>
        </p:nvGraphicFramePr>
        <p:xfrm>
          <a:off x="3571875" y="642938"/>
          <a:ext cx="1814513" cy="85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736560" imgH="393480" progId="Equation.3">
                  <p:embed/>
                </p:oleObj>
              </mc:Choice>
              <mc:Fallback>
                <p:oleObj name="Equation" r:id="rId12" imgW="736560" imgH="39348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1875" y="642938"/>
                        <a:ext cx="1814513" cy="857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gradFill rotWithShape="0">
                              <a:gsLst>
                                <a:gs pos="0">
                                  <a:schemeClr val="accent1"/>
                                </a:gs>
                                <a:gs pos="50000">
                                  <a:srgbClr val="FFFFFF"/>
                                </a:gs>
                                <a:gs pos="100000">
                                  <a:schemeClr val="accent1"/>
                                </a:gs>
                              </a:gsLst>
                              <a:lin ang="5400000" scaled="1"/>
                            </a:gra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88" name="Text Box 34"/>
          <p:cNvSpPr txBox="1">
            <a:spLocks noChangeArrowheads="1"/>
          </p:cNvSpPr>
          <p:nvPr/>
        </p:nvSpPr>
        <p:spPr bwMode="auto">
          <a:xfrm>
            <a:off x="571500" y="142875"/>
            <a:ext cx="27432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C00000"/>
                </a:solidFill>
              </a:rPr>
              <a:t>磁场能量</a:t>
            </a:r>
          </a:p>
        </p:txBody>
      </p:sp>
      <p:graphicFrame>
        <p:nvGraphicFramePr>
          <p:cNvPr id="192515" name="Object 3"/>
          <p:cNvGraphicFramePr>
            <a:graphicFrameLocks noChangeAspect="1"/>
          </p:cNvGraphicFramePr>
          <p:nvPr/>
        </p:nvGraphicFramePr>
        <p:xfrm>
          <a:off x="3995936" y="3140968"/>
          <a:ext cx="4029075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638000" imgH="419040" progId="">
                  <p:embed/>
                </p:oleObj>
              </mc:Choice>
              <mc:Fallback>
                <p:oleObj name="Equation" r:id="rId14" imgW="1638000" imgH="419040" progId="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5936" y="3140968"/>
                        <a:ext cx="4029075" cy="952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FF00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2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3995738" y="1700213"/>
            <a:ext cx="4979987" cy="3836987"/>
            <a:chOff x="1786" y="1663"/>
            <a:chExt cx="3137" cy="2417"/>
          </a:xfrm>
        </p:grpSpPr>
        <p:graphicFrame>
          <p:nvGraphicFramePr>
            <p:cNvPr id="29702" name="Object 3"/>
            <p:cNvGraphicFramePr>
              <a:graphicFrameLocks noChangeAspect="1"/>
            </p:cNvGraphicFramePr>
            <p:nvPr/>
          </p:nvGraphicFramePr>
          <p:xfrm>
            <a:off x="2170" y="2867"/>
            <a:ext cx="1356" cy="5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685800" imgH="291960" progId="Equation.3">
                    <p:embed/>
                  </p:oleObj>
                </mc:Choice>
                <mc:Fallback>
                  <p:oleObj name="Equation" r:id="rId2" imgW="685800" imgH="291960" progId="Equation.3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70" y="2867"/>
                          <a:ext cx="1356" cy="58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703" name="Object 4"/>
            <p:cNvGraphicFramePr>
              <a:graphicFrameLocks noChangeAspect="1"/>
            </p:cNvGraphicFramePr>
            <p:nvPr/>
          </p:nvGraphicFramePr>
          <p:xfrm>
            <a:off x="2170" y="3395"/>
            <a:ext cx="2537" cy="6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574640" imgH="419040" progId="Equation.3">
                    <p:embed/>
                  </p:oleObj>
                </mc:Choice>
                <mc:Fallback>
                  <p:oleObj name="Equation" r:id="rId4" imgW="1574640" imgH="419040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70" y="3395"/>
                          <a:ext cx="2537" cy="68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704" name="Object 5"/>
            <p:cNvGraphicFramePr>
              <a:graphicFrameLocks noChangeAspect="1"/>
            </p:cNvGraphicFramePr>
            <p:nvPr/>
          </p:nvGraphicFramePr>
          <p:xfrm>
            <a:off x="2170" y="2147"/>
            <a:ext cx="2387" cy="6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257120" imgH="419040" progId="Equation.3">
                    <p:embed/>
                  </p:oleObj>
                </mc:Choice>
                <mc:Fallback>
                  <p:oleObj name="Equation" r:id="rId6" imgW="1257120" imgH="41904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70" y="2147"/>
                          <a:ext cx="2387" cy="68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705" name="Object 6"/>
            <p:cNvGraphicFramePr>
              <a:graphicFrameLocks noChangeAspect="1"/>
            </p:cNvGraphicFramePr>
            <p:nvPr/>
          </p:nvGraphicFramePr>
          <p:xfrm>
            <a:off x="2170" y="1663"/>
            <a:ext cx="2753" cy="4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460160" imgH="291960" progId="Equation.3">
                    <p:embed/>
                  </p:oleObj>
                </mc:Choice>
                <mc:Fallback>
                  <p:oleObj name="Equation" r:id="rId8" imgW="1460160" imgH="291960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70" y="1663"/>
                          <a:ext cx="2753" cy="49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710" name="AutoShape 8"/>
            <p:cNvSpPr>
              <a:spLocks/>
            </p:cNvSpPr>
            <p:nvPr/>
          </p:nvSpPr>
          <p:spPr bwMode="auto">
            <a:xfrm>
              <a:off x="1786" y="1763"/>
              <a:ext cx="192" cy="2160"/>
            </a:xfrm>
            <a:prstGeom prst="leftBrace">
              <a:avLst>
                <a:gd name="adj1" fmla="val 93750"/>
                <a:gd name="adj2" fmla="val 50000"/>
              </a:avLst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kumimoji="0" lang="zh-CN" altLang="en-US" sz="2800" b="1">
                <a:solidFill>
                  <a:srgbClr val="1C1C1C"/>
                </a:solidFill>
              </a:endParaRPr>
            </a:p>
          </p:txBody>
        </p:sp>
      </p:grpSp>
      <p:sp>
        <p:nvSpPr>
          <p:cNvPr id="29707" name="Text Box 9"/>
          <p:cNvSpPr txBox="1">
            <a:spLocks noChangeArrowheads="1"/>
          </p:cNvSpPr>
          <p:nvPr/>
        </p:nvSpPr>
        <p:spPr bwMode="auto">
          <a:xfrm>
            <a:off x="914400" y="866775"/>
            <a:ext cx="73152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C00000"/>
                </a:solidFill>
              </a:rPr>
              <a:t>电磁场  麦克斯韦电磁场方程的积分形式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grpSp>
        <p:nvGrpSpPr>
          <p:cNvPr id="3" name="Group 17"/>
          <p:cNvGrpSpPr>
            <a:grpSpLocks/>
          </p:cNvGrpSpPr>
          <p:nvPr/>
        </p:nvGrpSpPr>
        <p:grpSpPr bwMode="auto">
          <a:xfrm>
            <a:off x="468313" y="1484313"/>
            <a:ext cx="3297237" cy="3852862"/>
            <a:chOff x="3417" y="845"/>
            <a:chExt cx="2077" cy="2427"/>
          </a:xfrm>
        </p:grpSpPr>
        <p:graphicFrame>
          <p:nvGraphicFramePr>
            <p:cNvPr id="29698" name="Object 12"/>
            <p:cNvGraphicFramePr>
              <a:graphicFrameLocks noChangeAspect="1"/>
            </p:cNvGraphicFramePr>
            <p:nvPr/>
          </p:nvGraphicFramePr>
          <p:xfrm>
            <a:off x="3696" y="2160"/>
            <a:ext cx="1356" cy="5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685800" imgH="291960" progId="Equation.3">
                    <p:embed/>
                  </p:oleObj>
                </mc:Choice>
                <mc:Fallback>
                  <p:oleObj name="Equation" r:id="rId2" imgW="685800" imgH="291960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96" y="2160"/>
                          <a:ext cx="1356" cy="58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699" name="Object 13"/>
            <p:cNvGraphicFramePr>
              <a:graphicFrameLocks noChangeAspect="1"/>
            </p:cNvGraphicFramePr>
            <p:nvPr/>
          </p:nvGraphicFramePr>
          <p:xfrm>
            <a:off x="3696" y="2795"/>
            <a:ext cx="1657" cy="4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028520" imgH="291960" progId="">
                    <p:embed/>
                  </p:oleObj>
                </mc:Choice>
                <mc:Fallback>
                  <p:oleObj name="Equation" r:id="rId10" imgW="1028520" imgH="291960" progId="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96" y="2795"/>
                          <a:ext cx="1657" cy="47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700" name="Object 14"/>
            <p:cNvGraphicFramePr>
              <a:graphicFrameLocks noChangeAspect="1"/>
            </p:cNvGraphicFramePr>
            <p:nvPr/>
          </p:nvGraphicFramePr>
          <p:xfrm>
            <a:off x="3696" y="1570"/>
            <a:ext cx="1423" cy="4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749160" imgH="291960" progId="">
                    <p:embed/>
                  </p:oleObj>
                </mc:Choice>
                <mc:Fallback>
                  <p:oleObj name="Equation" r:id="rId12" imgW="749160" imgH="291960" progId="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96" y="1570"/>
                          <a:ext cx="1423" cy="47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701" name="Object 15"/>
            <p:cNvGraphicFramePr>
              <a:graphicFrameLocks noChangeAspect="1"/>
            </p:cNvGraphicFramePr>
            <p:nvPr/>
          </p:nvGraphicFramePr>
          <p:xfrm>
            <a:off x="3651" y="845"/>
            <a:ext cx="1843" cy="7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977760" imgH="431640" progId="">
                    <p:embed/>
                  </p:oleObj>
                </mc:Choice>
                <mc:Fallback>
                  <p:oleObj name="Equation" r:id="rId14" imgW="977760" imgH="431640" progId="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51" y="845"/>
                          <a:ext cx="1843" cy="73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709" name="AutoShape 16"/>
            <p:cNvSpPr>
              <a:spLocks/>
            </p:cNvSpPr>
            <p:nvPr/>
          </p:nvSpPr>
          <p:spPr bwMode="auto">
            <a:xfrm>
              <a:off x="3417" y="1068"/>
              <a:ext cx="192" cy="2160"/>
            </a:xfrm>
            <a:prstGeom prst="leftBrace">
              <a:avLst>
                <a:gd name="adj1" fmla="val 93750"/>
                <a:gd name="adj2" fmla="val 50000"/>
              </a:avLst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kumimoji="0" lang="zh-CN" altLang="en-US" sz="2800" b="1">
                <a:solidFill>
                  <a:srgbClr val="1C1C1C"/>
                </a:solidFill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3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fld id="{FA4A10FC-E716-4B79-80C6-9CADC6362600}" type="slidenum">
              <a:rPr lang="en-US" altLang="zh-CN"/>
              <a:pPr>
                <a:defRPr/>
              </a:pPr>
              <a:t>18</a:t>
            </a:fld>
            <a:endParaRPr lang="en-US" altLang="zh-CN"/>
          </a:p>
        </p:txBody>
      </p:sp>
      <p:sp>
        <p:nvSpPr>
          <p:cNvPr id="18435" name="Text Box 2"/>
          <p:cNvSpPr txBox="1">
            <a:spLocks noChangeArrowheads="1"/>
          </p:cNvSpPr>
          <p:nvPr/>
        </p:nvSpPr>
        <p:spPr bwMode="auto">
          <a:xfrm>
            <a:off x="2124075" y="765175"/>
            <a:ext cx="31972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solidFill>
                  <a:srgbClr val="A50021"/>
                </a:solidFill>
              </a:rPr>
              <a:t>总评成绩的构成</a:t>
            </a:r>
            <a:endParaRPr lang="zh-CN" altLang="en-US" sz="2400">
              <a:solidFill>
                <a:srgbClr val="FF0000"/>
              </a:solidFill>
            </a:endParaRPr>
          </a:p>
        </p:txBody>
      </p:sp>
      <p:sp>
        <p:nvSpPr>
          <p:cNvPr id="18436" name="Text Box 3"/>
          <p:cNvSpPr txBox="1">
            <a:spLocks noChangeArrowheads="1"/>
          </p:cNvSpPr>
          <p:nvPr/>
        </p:nvSpPr>
        <p:spPr bwMode="auto">
          <a:xfrm>
            <a:off x="8178800" y="6499225"/>
            <a:ext cx="5080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>
                <a:solidFill>
                  <a:schemeClr val="bg1"/>
                </a:solidFill>
              </a:rPr>
              <a:t>/15</a:t>
            </a:r>
          </a:p>
        </p:txBody>
      </p:sp>
      <p:sp>
        <p:nvSpPr>
          <p:cNvPr id="251908" name="Text Box 4"/>
          <p:cNvSpPr txBox="1">
            <a:spLocks noChangeArrowheads="1"/>
          </p:cNvSpPr>
          <p:nvPr/>
        </p:nvSpPr>
        <p:spPr bwMode="auto">
          <a:xfrm>
            <a:off x="468313" y="1628775"/>
            <a:ext cx="71278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rgbClr val="FF0000"/>
                </a:solidFill>
              </a:rPr>
              <a:t>总评成绩</a:t>
            </a:r>
            <a:r>
              <a:rPr lang="en-US" altLang="zh-CN" sz="2400" dirty="0">
                <a:solidFill>
                  <a:srgbClr val="FF0000"/>
                </a:solidFill>
              </a:rPr>
              <a:t>:</a:t>
            </a:r>
            <a:r>
              <a:rPr lang="en-US" altLang="zh-CN" sz="2400" dirty="0"/>
              <a:t>    </a:t>
            </a:r>
            <a:r>
              <a:rPr lang="zh-CN" altLang="en-US" sz="2400" dirty="0"/>
              <a:t>期终考试成绩</a:t>
            </a:r>
            <a:r>
              <a:rPr lang="zh-CN" altLang="en-US" sz="2400" dirty="0">
                <a:sym typeface="Symbol" pitchFamily="18" charset="2"/>
              </a:rPr>
              <a:t></a:t>
            </a:r>
            <a:r>
              <a:rPr lang="en-US" altLang="zh-CN" sz="2400" dirty="0">
                <a:sym typeface="Symbol" pitchFamily="18" charset="2"/>
              </a:rPr>
              <a:t>6</a:t>
            </a:r>
            <a:r>
              <a:rPr lang="en-US" altLang="zh-CN" sz="2400" dirty="0"/>
              <a:t>0% + </a:t>
            </a:r>
            <a:r>
              <a:rPr lang="zh-CN" altLang="en-US" sz="2400" dirty="0"/>
              <a:t>平时成绩 </a:t>
            </a:r>
            <a:r>
              <a:rPr lang="zh-CN" altLang="en-US" sz="2400" dirty="0">
                <a:sym typeface="Symbol" pitchFamily="18" charset="2"/>
              </a:rPr>
              <a:t></a:t>
            </a:r>
            <a:r>
              <a:rPr lang="en-US" altLang="zh-CN" sz="2400" dirty="0">
                <a:sym typeface="Symbol" pitchFamily="18" charset="2"/>
              </a:rPr>
              <a:t>4</a:t>
            </a:r>
            <a:r>
              <a:rPr lang="en-US" altLang="zh-CN" sz="2400" dirty="0"/>
              <a:t>0% </a:t>
            </a:r>
          </a:p>
        </p:txBody>
      </p:sp>
      <p:sp>
        <p:nvSpPr>
          <p:cNvPr id="251913" name="Text Box 9"/>
          <p:cNvSpPr txBox="1">
            <a:spLocks noChangeArrowheads="1"/>
          </p:cNvSpPr>
          <p:nvPr/>
        </p:nvSpPr>
        <p:spPr bwMode="auto">
          <a:xfrm>
            <a:off x="468313" y="2349500"/>
            <a:ext cx="7867650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/>
              <a:t>平时成绩的构成</a:t>
            </a:r>
            <a:r>
              <a:rPr lang="en-US" altLang="zh-CN" sz="2400" dirty="0"/>
              <a:t>: </a:t>
            </a:r>
          </a:p>
          <a:p>
            <a:pPr>
              <a:spcBef>
                <a:spcPct val="50000"/>
              </a:spcBef>
            </a:pPr>
            <a:r>
              <a:rPr lang="zh-CN" altLang="en-US" sz="2400" dirty="0"/>
              <a:t>平时成绩包括：  作业、期中考试、随堂测查等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51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51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1908" grpId="0" autoUpdateAnimBg="0"/>
      <p:bldP spid="251913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5">
            <a:extLst>
              <a:ext uri="{FF2B5EF4-FFF2-40B4-BE49-F238E27FC236}">
                <a16:creationId xmlns:a16="http://schemas.microsoft.com/office/drawing/2014/main" id="{5136216B-08FD-574A-FC74-D41FB26653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320576"/>
            <a:ext cx="8548290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279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2794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B3. 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如图所示，一长为</a:t>
            </a:r>
            <a:r>
              <a:rPr kumimoji="0" lang="en-US" altLang="zh-CN" sz="24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，质量为</a:t>
            </a:r>
            <a:r>
              <a:rPr kumimoji="0" lang="en-US" altLang="zh-CN" sz="24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的均匀细棒，一端悬挂在</a:t>
            </a:r>
            <a:r>
              <a:rPr kumimoji="0" lang="en-US" altLang="zh-CN" sz="24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点上，可绕水平轴在竖直面内无摩擦地转动，在同一悬挂点，有长为</a:t>
            </a:r>
            <a:r>
              <a:rPr kumimoji="0" lang="en-US" altLang="zh-CN" sz="24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的轻绳悬挂一小球，质量也为</a:t>
            </a:r>
            <a:r>
              <a:rPr kumimoji="0" lang="en-US" altLang="zh-CN" sz="24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，当小球悬线偏离铅垂方向某一角度由静止释放，小球在悬点正下方与静止细棒发生弹性碰撞。若碰撞后小球刚好静止，试求绳长</a:t>
            </a:r>
            <a:r>
              <a:rPr kumimoji="0" lang="en-US" altLang="zh-CN" sz="24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kumimoji="0" lang="en-US" altLang="zh-CN" sz="24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应为多少？</a:t>
            </a:r>
            <a:endParaRPr kumimoji="0" lang="zh-CN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2794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Rectangle 21">
            <a:extLst>
              <a:ext uri="{FF2B5EF4-FFF2-40B4-BE49-F238E27FC236}">
                <a16:creationId xmlns:a16="http://schemas.microsoft.com/office/drawing/2014/main" id="{46C4FFA2-BC60-05C4-E978-F8E06D6F32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6AC827FD-1294-4E34-AE7A-4E2F0D7681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81" t="9057" r="16489" b="3030"/>
          <a:stretch>
            <a:fillRect/>
          </a:stretch>
        </p:blipFill>
        <p:spPr>
          <a:xfrm>
            <a:off x="6787264" y="3269057"/>
            <a:ext cx="2088232" cy="3384376"/>
          </a:xfrm>
          <a:prstGeom prst="rect">
            <a:avLst/>
          </a:prstGeom>
        </p:spPr>
      </p:pic>
      <p:sp>
        <p:nvSpPr>
          <p:cNvPr id="22" name="文本框 21">
            <a:extLst>
              <a:ext uri="{FF2B5EF4-FFF2-40B4-BE49-F238E27FC236}">
                <a16:creationId xmlns:a16="http://schemas.microsoft.com/office/drawing/2014/main" id="{A05F57A2-05A5-0922-F3CC-433BF51040AE}"/>
              </a:ext>
            </a:extLst>
          </p:cNvPr>
          <p:cNvSpPr txBox="1"/>
          <p:nvPr/>
        </p:nvSpPr>
        <p:spPr>
          <a:xfrm>
            <a:off x="539552" y="3269057"/>
            <a:ext cx="5831514" cy="1291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80035" algn="just">
              <a:lnSpc>
                <a:spcPct val="150000"/>
              </a:lnSpc>
            </a:pP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解：在碰撞过程中，系统在碰撞前后瞬间的角动量守恒</a:t>
            </a: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，机械能守恒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。设碰撞后瞬间细棒绕转轴</a:t>
            </a:r>
            <a:r>
              <a:rPr lang="en-US" altLang="zh-CN" sz="1800" i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转动的角速度为</a:t>
            </a:r>
            <a:r>
              <a:rPr lang="en-US" altLang="zh-CN" sz="1800" i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zh-CN" altLang="zh-CN" dirty="0"/>
              <a:t>碰撞后小球的速率为</a:t>
            </a:r>
            <a:r>
              <a:rPr lang="en-US" altLang="zh-CN" i="1" dirty="0"/>
              <a:t>v</a:t>
            </a:r>
            <a:r>
              <a:rPr lang="en-US" altLang="zh-CN" dirty="0">
                <a:sym typeface="Symbol" panose="05050102010706020507" pitchFamily="18" charset="2"/>
              </a:rPr>
              <a:t></a:t>
            </a:r>
            <a:r>
              <a:rPr lang="zh-CN" altLang="zh-CN" dirty="0"/>
              <a:t>，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由角动量守恒，有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0" name="对象 29">
            <a:extLst>
              <a:ext uri="{FF2B5EF4-FFF2-40B4-BE49-F238E27FC236}">
                <a16:creationId xmlns:a16="http://schemas.microsoft.com/office/drawing/2014/main" id="{CEFF614B-98C5-904F-5E13-2DFB26A9D06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82717"/>
              </p:ext>
            </p:extLst>
          </p:nvPr>
        </p:nvGraphicFramePr>
        <p:xfrm>
          <a:off x="2051720" y="4561014"/>
          <a:ext cx="2602575" cy="792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168400" imgH="355600" progId="Equation.3">
                  <p:embed/>
                </p:oleObj>
              </mc:Choice>
              <mc:Fallback>
                <p:oleObj r:id="rId3" imgW="1168400" imgH="355600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720" y="4561014"/>
                        <a:ext cx="2602575" cy="79208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文本框 31">
            <a:extLst>
              <a:ext uri="{FF2B5EF4-FFF2-40B4-BE49-F238E27FC236}">
                <a16:creationId xmlns:a16="http://schemas.microsoft.com/office/drawing/2014/main" id="{E164C3FB-F4C4-76CA-6361-592200A334CB}"/>
              </a:ext>
            </a:extLst>
          </p:cNvPr>
          <p:cNvSpPr txBox="1"/>
          <p:nvPr/>
        </p:nvSpPr>
        <p:spPr>
          <a:xfrm>
            <a:off x="539552" y="5293448"/>
            <a:ext cx="16561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机械能守恒</a:t>
            </a:r>
            <a:endParaRPr lang="zh-CN" altLang="en-US" dirty="0"/>
          </a:p>
        </p:txBody>
      </p:sp>
      <p:graphicFrame>
        <p:nvGraphicFramePr>
          <p:cNvPr id="34" name="对象 33">
            <a:extLst>
              <a:ext uri="{FF2B5EF4-FFF2-40B4-BE49-F238E27FC236}">
                <a16:creationId xmlns:a16="http://schemas.microsoft.com/office/drawing/2014/main" id="{1E8B54E5-FA28-697C-9240-4B261ABD6B9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5147228"/>
              </p:ext>
            </p:extLst>
          </p:nvPr>
        </p:nvGraphicFramePr>
        <p:xfrm>
          <a:off x="1907704" y="5266560"/>
          <a:ext cx="3637491" cy="8213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574800" imgH="355600" progId="Equation.3">
                  <p:embed/>
                </p:oleObj>
              </mc:Choice>
              <mc:Fallback>
                <p:oleObj r:id="rId5" imgW="1574800" imgH="355600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7704" y="5266560"/>
                        <a:ext cx="3637491" cy="82136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对象 35">
            <a:extLst>
              <a:ext uri="{FF2B5EF4-FFF2-40B4-BE49-F238E27FC236}">
                <a16:creationId xmlns:a16="http://schemas.microsoft.com/office/drawing/2014/main" id="{78A48EDA-90D4-BC7F-02E1-F35986E997B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6697220"/>
              </p:ext>
            </p:extLst>
          </p:nvPr>
        </p:nvGraphicFramePr>
        <p:xfrm>
          <a:off x="1907704" y="6129483"/>
          <a:ext cx="1169113" cy="4935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342751" imgH="177723" progId="Equation.3">
                  <p:embed/>
                </p:oleObj>
              </mc:Choice>
              <mc:Fallback>
                <p:oleObj r:id="rId7" imgW="342751" imgH="177723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7704" y="6129483"/>
                        <a:ext cx="1169113" cy="49355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715730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3AC29AA3-FC3B-E66A-6C1C-39D56BF8E3A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5681489"/>
              </p:ext>
            </p:extLst>
          </p:nvPr>
        </p:nvGraphicFramePr>
        <p:xfrm>
          <a:off x="5148064" y="2998219"/>
          <a:ext cx="1170615" cy="506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469900" imgH="203200" progId="Equation.3">
                  <p:embed/>
                </p:oleObj>
              </mc:Choice>
              <mc:Fallback>
                <p:oleObj r:id="rId2" imgW="469900" imgH="203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8064" y="2998219"/>
                        <a:ext cx="1170615" cy="50621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B7566044-6886-3CB3-197F-F03E204EEF3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2412897"/>
              </p:ext>
            </p:extLst>
          </p:nvPr>
        </p:nvGraphicFramePr>
        <p:xfrm>
          <a:off x="5148064" y="3553152"/>
          <a:ext cx="2626132" cy="6565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812800" imgH="203200" progId="Equation.3">
                  <p:embed/>
                </p:oleObj>
              </mc:Choice>
              <mc:Fallback>
                <p:oleObj r:id="rId4" imgW="812800" imgH="2032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8064" y="3553152"/>
                        <a:ext cx="2626132" cy="65653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76055734-6C7F-0349-E8BE-7B95BCB088E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0569033"/>
              </p:ext>
            </p:extLst>
          </p:nvPr>
        </p:nvGraphicFramePr>
        <p:xfrm>
          <a:off x="5290569" y="4258406"/>
          <a:ext cx="1585913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457200" imgH="165100" progId="Equation.3">
                  <p:embed/>
                </p:oleObj>
              </mc:Choice>
              <mc:Fallback>
                <p:oleObj r:id="rId6" imgW="457200" imgH="1651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0569" y="4258406"/>
                        <a:ext cx="1585913" cy="5461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4EBF46F5-C8B0-C157-A878-DEBA43BE9D3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5288951"/>
              </p:ext>
            </p:extLst>
          </p:nvPr>
        </p:nvGraphicFramePr>
        <p:xfrm>
          <a:off x="3653958" y="5641205"/>
          <a:ext cx="3300409" cy="6565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1181100" imgH="228600" progId="Equation.3">
                  <p:embed/>
                </p:oleObj>
              </mc:Choice>
              <mc:Fallback>
                <p:oleObj r:id="rId8" imgW="1181100" imgH="2286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3958" y="5641205"/>
                        <a:ext cx="3300409" cy="65653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B80BDF94-52DD-B5B5-F7CC-2464732715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2838" y="260648"/>
            <a:ext cx="8257594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转台绕中心竖直轴以角速度</a:t>
            </a:r>
            <a:r>
              <a:rPr kumimoji="0" lang="zh-CN" altLang="en-US" sz="3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</a:t>
            </a:r>
            <a:r>
              <a:rPr kumimoji="0" lang="zh-CN" altLang="en-US" sz="3200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</a:t>
            </a:r>
            <a:r>
              <a:rPr kumimoji="0" lang="zh-CN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匀速转动，相对于转轴的转动惯量为</a:t>
            </a:r>
            <a:r>
              <a:rPr lang="en-US" altLang="zh-CN" sz="3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J</a:t>
            </a:r>
            <a:r>
              <a:rPr lang="zh-CN" altLang="en-US" sz="3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，有质量为</a:t>
            </a:r>
            <a:r>
              <a:rPr lang="en-US" altLang="zh-CN" sz="3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en-US" sz="3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的小钢球以每秒</a:t>
            </a:r>
            <a:r>
              <a:rPr lang="en-US" altLang="zh-CN" sz="3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sz="3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个的速率垂直落入转台上半径为</a:t>
            </a:r>
            <a:r>
              <a:rPr lang="en-US" altLang="zh-CN" sz="3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zh-CN" altLang="en-US" sz="3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的圆轨道内，求转台的角速度随时间的的变化关系</a:t>
            </a:r>
            <a:r>
              <a:rPr lang="en-US" altLang="zh-CN" sz="3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en-US" sz="4800" baseline="-300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714939A-41FE-86B5-C594-EE33FEC6F1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295" y="3714873"/>
            <a:ext cx="5153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400" i="1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t 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时刻系统的转动惯量和角动量为：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endParaRPr kumimoji="0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91ED91E-E131-1CF6-80AC-24733C4EE6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576" y="5677085"/>
            <a:ext cx="3096344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所以角速度为：</a:t>
            </a:r>
            <a:r>
              <a:rPr kumimoji="0" lang="zh-CN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       </a:t>
            </a:r>
            <a:endParaRPr kumimoji="0" lang="zh-CN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15F7F93-C88A-2284-E905-C82610DDF870}"/>
              </a:ext>
            </a:extLst>
          </p:cNvPr>
          <p:cNvSpPr txBox="1"/>
          <p:nvPr/>
        </p:nvSpPr>
        <p:spPr>
          <a:xfrm>
            <a:off x="539552" y="2949498"/>
            <a:ext cx="4764611" cy="420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 baseline="-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解：由角动量守恒，初始时角动量为</a:t>
            </a:r>
            <a:endParaRPr kumimoji="0" lang="zh-CN" altLang="en-US" sz="3200" b="1" i="0" u="none" strike="noStrike" cap="none" normalizeH="0" baseline="-3000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A6FD4124-0798-2652-C856-59679FC056EE}"/>
                  </a:ext>
                </a:extLst>
              </p:cNvPr>
              <p:cNvSpPr txBox="1"/>
              <p:nvPr/>
            </p:nvSpPr>
            <p:spPr>
              <a:xfrm>
                <a:off x="2718048" y="4702332"/>
                <a:ext cx="2430016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𝐽</m:t>
                      </m:r>
                      <m:sSub>
                        <m:sSub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3200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 </m:t>
                      </m:r>
                    </m:oMath>
                  </m:oMathPara>
                </a14:m>
                <a:endParaRPr lang="zh-CN" altLang="en-US" sz="3200" dirty="0"/>
              </a:p>
            </p:txBody>
          </p:sp>
        </mc:Choice>
        <mc:Fallback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A6FD4124-0798-2652-C856-59679FC056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8048" y="4702332"/>
                <a:ext cx="2430016" cy="58477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73590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88EAB86-6789-4702-9387-D4AEF1E276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617" y="332656"/>
            <a:ext cx="8863978" cy="1713582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B678394A-152D-53BA-3288-0213879D23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544" y="1999513"/>
            <a:ext cx="6457073" cy="150343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A281F7F-7ECC-0579-5DD5-94CD364337F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4175" t="36615" r="24013" b="25906"/>
          <a:stretch>
            <a:fillRect/>
          </a:stretch>
        </p:blipFill>
        <p:spPr>
          <a:xfrm>
            <a:off x="6839744" y="2469510"/>
            <a:ext cx="2304256" cy="4301278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645540D7-8E81-52B9-6C39-20327E4ADEA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524" t="18838" r="37691" b="72531"/>
          <a:stretch>
            <a:fillRect/>
          </a:stretch>
        </p:blipFill>
        <p:spPr>
          <a:xfrm>
            <a:off x="615817" y="3680826"/>
            <a:ext cx="7376055" cy="962094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5CE1C65A-D9CF-E37D-CCE9-CF0BF81DE2E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707" b="31810"/>
          <a:stretch>
            <a:fillRect/>
          </a:stretch>
        </p:blipFill>
        <p:spPr>
          <a:xfrm>
            <a:off x="107504" y="4668175"/>
            <a:ext cx="6985359" cy="921065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5F28835C-1C40-337F-FE92-D1ECEF16E38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17" t="70577" r="39180" b="21303"/>
          <a:stretch>
            <a:fillRect/>
          </a:stretch>
        </p:blipFill>
        <p:spPr>
          <a:xfrm>
            <a:off x="1187861" y="5518945"/>
            <a:ext cx="5905002" cy="807127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180668D8-4315-10CA-6E45-B07A7E95EAD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512" b="81822"/>
          <a:stretch>
            <a:fillRect/>
          </a:stretch>
        </p:blipFill>
        <p:spPr>
          <a:xfrm>
            <a:off x="615817" y="2928831"/>
            <a:ext cx="6985359" cy="883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8789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灯片编号占位符 1">
            <a:extLst>
              <a:ext uri="{FF2B5EF4-FFF2-40B4-BE49-F238E27FC236}">
                <a16:creationId xmlns:a16="http://schemas.microsoft.com/office/drawing/2014/main" id="{371C4601-9268-FA9A-910E-A2A218E133D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5C19E365-B65E-41CA-891F-3D7A7D4EBC9C}" type="slidenum">
              <a:rPr lang="zh-CN" altLang="en-US"/>
              <a:pPr/>
              <a:t>22</a:t>
            </a:fld>
            <a:endParaRPr lang="zh-CN" altLang="en-US"/>
          </a:p>
        </p:txBody>
      </p:sp>
      <p:sp>
        <p:nvSpPr>
          <p:cNvPr id="172035" name="文本框 172034">
            <a:extLst>
              <a:ext uri="{FF2B5EF4-FFF2-40B4-BE49-F238E27FC236}">
                <a16:creationId xmlns:a16="http://schemas.microsoft.com/office/drawing/2014/main" id="{37C562EC-D0F5-60ED-DBDE-4E57A1EC01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" y="228600"/>
            <a:ext cx="8382000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dirty="0">
                <a:solidFill>
                  <a:srgbClr val="0000FF"/>
                </a:solidFill>
              </a:rPr>
              <a:t>例</a:t>
            </a:r>
            <a:r>
              <a:rPr lang="en-US" altLang="zh-CN" sz="3200" dirty="0">
                <a:solidFill>
                  <a:srgbClr val="0000FF"/>
                </a:solidFill>
              </a:rPr>
              <a:t>.</a:t>
            </a:r>
            <a:r>
              <a:rPr lang="zh-CN" altLang="en-US" sz="3200" dirty="0"/>
              <a:t>环形薄片由细绳悬吊，电量</a:t>
            </a:r>
            <a:r>
              <a:rPr lang="en-US" altLang="zh-CN" sz="3200" i="1" dirty="0"/>
              <a:t>Q</a:t>
            </a:r>
            <a:r>
              <a:rPr lang="zh-CN" altLang="en-US" sz="3200" dirty="0"/>
              <a:t>均匀分布在环面上，细绳上也均匀分布有电量</a:t>
            </a:r>
            <a:r>
              <a:rPr lang="en-US" altLang="zh-CN" sz="3200" i="1" dirty="0"/>
              <a:t>Q</a:t>
            </a:r>
            <a:r>
              <a:rPr lang="en-US" altLang="zh-CN" sz="3200" dirty="0"/>
              <a:t>，</a:t>
            </a:r>
            <a:r>
              <a:rPr lang="zh-CN" altLang="en-US" sz="3200" dirty="0"/>
              <a:t>求环中心处的场强。</a:t>
            </a:r>
          </a:p>
        </p:txBody>
      </p:sp>
      <p:sp>
        <p:nvSpPr>
          <p:cNvPr id="172038" name="文本框 172037">
            <a:extLst>
              <a:ext uri="{FF2B5EF4-FFF2-40B4-BE49-F238E27FC236}">
                <a16:creationId xmlns:a16="http://schemas.microsoft.com/office/drawing/2014/main" id="{1CE9CD7B-FB44-598C-0FAC-731C65E369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" y="1219200"/>
            <a:ext cx="1219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/>
              <a:t>解：</a:t>
            </a:r>
          </a:p>
        </p:txBody>
      </p:sp>
      <p:sp>
        <p:nvSpPr>
          <p:cNvPr id="172039" name="文本框 172038">
            <a:extLst>
              <a:ext uri="{FF2B5EF4-FFF2-40B4-BE49-F238E27FC236}">
                <a16:creationId xmlns:a16="http://schemas.microsoft.com/office/drawing/2014/main" id="{6BBC5317-DA60-D0CA-7DD4-7B51DB5587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14240" y="1794333"/>
            <a:ext cx="4876800" cy="604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dirty="0"/>
              <a:t>       圆环电荷对环心对称，</a:t>
            </a:r>
          </a:p>
        </p:txBody>
      </p:sp>
      <p:graphicFrame>
        <p:nvGraphicFramePr>
          <p:cNvPr id="172040" name="对象 172039">
            <a:extLst>
              <a:ext uri="{FF2B5EF4-FFF2-40B4-BE49-F238E27FC236}">
                <a16:creationId xmlns:a16="http://schemas.microsoft.com/office/drawing/2014/main" id="{B61139D7-5877-F962-89EB-F2ABA92EFD3D}"/>
              </a:ext>
            </a:extLst>
          </p:cNvPr>
          <p:cNvGraphicFramePr>
            <a:graphicFrameLocks/>
          </p:cNvGraphicFramePr>
          <p:nvPr/>
        </p:nvGraphicFramePr>
        <p:xfrm>
          <a:off x="4572000" y="1676400"/>
          <a:ext cx="998538" cy="560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443922" imgH="215619" progId="Equation.3">
                  <p:embed/>
                </p:oleObj>
              </mc:Choice>
              <mc:Fallback>
                <p:oleObj r:id="rId2" imgW="443922" imgH="215619" progId="Equation.3">
                  <p:embed/>
                  <p:pic>
                    <p:nvPicPr>
                      <p:cNvPr id="172040" name="对象 172039">
                        <a:extLst>
                          <a:ext uri="{FF2B5EF4-FFF2-40B4-BE49-F238E27FC236}">
                            <a16:creationId xmlns:a16="http://schemas.microsoft.com/office/drawing/2014/main" id="{B61139D7-5877-F962-89EB-F2ABA92EFD3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1676400"/>
                        <a:ext cx="998538" cy="560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2041" name="文本框 172040">
            <a:extLst>
              <a:ext uri="{FF2B5EF4-FFF2-40B4-BE49-F238E27FC236}">
                <a16:creationId xmlns:a16="http://schemas.microsoft.com/office/drawing/2014/main" id="{DCFBD4E2-A34B-F457-F01A-937AB2AE95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" y="2286000"/>
            <a:ext cx="4648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/>
              <a:t>求细绳在</a:t>
            </a:r>
            <a:r>
              <a:rPr lang="en-US" altLang="zh-CN"/>
              <a:t>O</a:t>
            </a:r>
            <a:r>
              <a:rPr lang="zh-CN" altLang="en-US"/>
              <a:t>点的场强 </a:t>
            </a:r>
            <a:r>
              <a:rPr lang="en-US" altLang="zh-CN" i="1"/>
              <a:t>E</a:t>
            </a:r>
            <a:r>
              <a:rPr lang="en-US" altLang="zh-CN" baseline="-25000"/>
              <a:t>2</a:t>
            </a:r>
            <a:r>
              <a:rPr lang="en-US" altLang="zh-CN"/>
              <a:t>：</a:t>
            </a:r>
          </a:p>
        </p:txBody>
      </p:sp>
      <p:graphicFrame>
        <p:nvGraphicFramePr>
          <p:cNvPr id="172042" name="对象 172041">
            <a:extLst>
              <a:ext uri="{FF2B5EF4-FFF2-40B4-BE49-F238E27FC236}">
                <a16:creationId xmlns:a16="http://schemas.microsoft.com/office/drawing/2014/main" id="{529181A2-D792-A31E-4BF8-04EA413F544B}"/>
              </a:ext>
            </a:extLst>
          </p:cNvPr>
          <p:cNvGraphicFramePr>
            <a:graphicFrameLocks/>
          </p:cNvGraphicFramePr>
          <p:nvPr/>
        </p:nvGraphicFramePr>
        <p:xfrm>
          <a:off x="457200" y="3657600"/>
          <a:ext cx="3124200" cy="1093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371005" imgH="444307" progId="Equation.3">
                  <p:embed/>
                </p:oleObj>
              </mc:Choice>
              <mc:Fallback>
                <p:oleObj r:id="rId4" imgW="1371005" imgH="444307" progId="Equation.3">
                  <p:embed/>
                  <p:pic>
                    <p:nvPicPr>
                      <p:cNvPr id="172042" name="对象 172041">
                        <a:extLst>
                          <a:ext uri="{FF2B5EF4-FFF2-40B4-BE49-F238E27FC236}">
                            <a16:creationId xmlns:a16="http://schemas.microsoft.com/office/drawing/2014/main" id="{529181A2-D792-A31E-4BF8-04EA413F544B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3657600"/>
                        <a:ext cx="3124200" cy="1093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2043" name="对象 172042">
            <a:extLst>
              <a:ext uri="{FF2B5EF4-FFF2-40B4-BE49-F238E27FC236}">
                <a16:creationId xmlns:a16="http://schemas.microsoft.com/office/drawing/2014/main" id="{57512695-6287-D99A-BBB4-90BAB13985B2}"/>
              </a:ext>
            </a:extLst>
          </p:cNvPr>
          <p:cNvGraphicFramePr>
            <a:graphicFrameLocks/>
          </p:cNvGraphicFramePr>
          <p:nvPr/>
        </p:nvGraphicFramePr>
        <p:xfrm>
          <a:off x="6400800" y="5522913"/>
          <a:ext cx="2378075" cy="557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850531" imgH="228501" progId="Equation.3">
                  <p:embed/>
                </p:oleObj>
              </mc:Choice>
              <mc:Fallback>
                <p:oleObj r:id="rId6" imgW="850531" imgH="228501" progId="Equation.3">
                  <p:embed/>
                  <p:pic>
                    <p:nvPicPr>
                      <p:cNvPr id="172043" name="对象 172042">
                        <a:extLst>
                          <a:ext uri="{FF2B5EF4-FFF2-40B4-BE49-F238E27FC236}">
                            <a16:creationId xmlns:a16="http://schemas.microsoft.com/office/drawing/2014/main" id="{57512695-6287-D99A-BBB4-90BAB13985B2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5522913"/>
                        <a:ext cx="2378075" cy="557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17" name="动作按钮: 前进或下一项 172043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7D56A201-05BD-A49A-8E64-EA3A80E54E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89963" y="685800"/>
            <a:ext cx="554037" cy="427038"/>
          </a:xfrm>
          <a:prstGeom prst="actionButtonForwardNext">
            <a:avLst/>
          </a:prstGeom>
          <a:solidFill>
            <a:srgbClr val="FFCC99">
              <a:alpha val="5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endParaRPr lang="zh-CN" altLang="en-US"/>
          </a:p>
        </p:txBody>
      </p:sp>
      <p:sp>
        <p:nvSpPr>
          <p:cNvPr id="43018" name="动作按钮: 后退或前一项 172044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FB158D92-7801-96CA-77D3-9173EDDD8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89963" y="1036638"/>
            <a:ext cx="554037" cy="427037"/>
          </a:xfrm>
          <a:prstGeom prst="actionButtonBackPrevious">
            <a:avLst/>
          </a:prstGeom>
          <a:solidFill>
            <a:srgbClr val="FF99CC">
              <a:alpha val="5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endParaRPr lang="zh-CN" altLang="en-US"/>
          </a:p>
        </p:txBody>
      </p:sp>
      <p:grpSp>
        <p:nvGrpSpPr>
          <p:cNvPr id="172071" name="组合 172070">
            <a:extLst>
              <a:ext uri="{FF2B5EF4-FFF2-40B4-BE49-F238E27FC236}">
                <a16:creationId xmlns:a16="http://schemas.microsoft.com/office/drawing/2014/main" id="{808351B8-16DB-CB08-E2BF-2D0683BCA268}"/>
              </a:ext>
            </a:extLst>
          </p:cNvPr>
          <p:cNvGrpSpPr>
            <a:grpSpLocks/>
          </p:cNvGrpSpPr>
          <p:nvPr/>
        </p:nvGrpSpPr>
        <p:grpSpPr bwMode="auto">
          <a:xfrm>
            <a:off x="6711950" y="1219200"/>
            <a:ext cx="2432050" cy="3676650"/>
            <a:chOff x="1224" y="804"/>
            <a:chExt cx="1532" cy="2316"/>
          </a:xfrm>
        </p:grpSpPr>
        <p:sp>
          <p:nvSpPr>
            <p:cNvPr id="43020" name="直接连接符 172071">
              <a:extLst>
                <a:ext uri="{FF2B5EF4-FFF2-40B4-BE49-F238E27FC236}">
                  <a16:creationId xmlns:a16="http://schemas.microsoft.com/office/drawing/2014/main" id="{558B9510-6194-B353-3F8F-3BE6198CEE6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28" y="912"/>
              <a:ext cx="0" cy="1200"/>
            </a:xfrm>
            <a:prstGeom prst="line">
              <a:avLst/>
            </a:prstGeom>
            <a:noFill/>
            <a:ln w="31750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43021" name="对象 172072">
              <a:extLst>
                <a:ext uri="{FF2B5EF4-FFF2-40B4-BE49-F238E27FC236}">
                  <a16:creationId xmlns:a16="http://schemas.microsoft.com/office/drawing/2014/main" id="{67B2DFFF-DDC0-AC22-0246-65512670289B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2200" y="2016"/>
            <a:ext cx="226" cy="2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8" imgW="164885" imgH="164885" progId="Equation.3">
                    <p:embed/>
                  </p:oleObj>
                </mc:Choice>
                <mc:Fallback>
                  <p:oleObj r:id="rId8" imgW="164885" imgH="164885" progId="Equation.3">
                    <p:embed/>
                    <p:pic>
                      <p:nvPicPr>
                        <p:cNvPr id="43021" name="对象 172072">
                          <a:extLst>
                            <a:ext uri="{FF2B5EF4-FFF2-40B4-BE49-F238E27FC236}">
                              <a16:creationId xmlns:a16="http://schemas.microsoft.com/office/drawing/2014/main" id="{67B2DFFF-DDC0-AC22-0246-65512670289B}"/>
                            </a:ext>
                          </a:extLst>
                        </p:cNvPr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00" y="2016"/>
                          <a:ext cx="226" cy="2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022" name="直接连接符 172073">
              <a:extLst>
                <a:ext uri="{FF2B5EF4-FFF2-40B4-BE49-F238E27FC236}">
                  <a16:creationId xmlns:a16="http://schemas.microsoft.com/office/drawing/2014/main" id="{78381411-B385-0D50-7585-59F2D34BDF1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68" y="912"/>
              <a:ext cx="0" cy="12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arrow" w="med" len="med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43023" name="对象 172074">
              <a:extLst>
                <a:ext uri="{FF2B5EF4-FFF2-40B4-BE49-F238E27FC236}">
                  <a16:creationId xmlns:a16="http://schemas.microsoft.com/office/drawing/2014/main" id="{322BC976-FB52-CE43-5C65-811BC27578A2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1560" y="2472"/>
            <a:ext cx="224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0" imgW="126725" imgH="139397" progId="Equation.3">
                    <p:embed/>
                  </p:oleObj>
                </mc:Choice>
                <mc:Fallback>
                  <p:oleObj r:id="rId10" imgW="126725" imgH="139397" progId="Equation.3">
                    <p:embed/>
                    <p:pic>
                      <p:nvPicPr>
                        <p:cNvPr id="43023" name="对象 172074">
                          <a:extLst>
                            <a:ext uri="{FF2B5EF4-FFF2-40B4-BE49-F238E27FC236}">
                              <a16:creationId xmlns:a16="http://schemas.microsoft.com/office/drawing/2014/main" id="{322BC976-FB52-CE43-5C65-811BC27578A2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60" y="2472"/>
                          <a:ext cx="224" cy="2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024" name="任意多边形 172075">
              <a:extLst>
                <a:ext uri="{FF2B5EF4-FFF2-40B4-BE49-F238E27FC236}">
                  <a16:creationId xmlns:a16="http://schemas.microsoft.com/office/drawing/2014/main" id="{4A791AC2-D5A7-9827-1C05-89914DB34F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4" y="2112"/>
              <a:ext cx="1009" cy="1008"/>
            </a:xfrm>
            <a:custGeom>
              <a:avLst/>
              <a:gdLst>
                <a:gd name="T0" fmla="*/ 0 w 21600"/>
                <a:gd name="T1" fmla="*/ 10800 h 21600"/>
                <a:gd name="T2" fmla="*/ 10800 w 21600"/>
                <a:gd name="T3" fmla="*/ 0 h 21600"/>
                <a:gd name="T4" fmla="*/ 21600 w 21600"/>
                <a:gd name="T5" fmla="*/ 10800 h 21600"/>
                <a:gd name="T6" fmla="*/ 10800 w 21600"/>
                <a:gd name="T7" fmla="*/ 21600 h 21600"/>
                <a:gd name="T8" fmla="*/ 0 w 21600"/>
                <a:gd name="T9" fmla="*/ 10800 h 21600"/>
                <a:gd name="T10" fmla="*/ 5400 w 21600"/>
                <a:gd name="T11" fmla="*/ 10800 h 21600"/>
                <a:gd name="T12" fmla="*/ 10800 w 21600"/>
                <a:gd name="T13" fmla="*/ 16200 h 21600"/>
                <a:gd name="T14" fmla="*/ 16200 w 21600"/>
                <a:gd name="T15" fmla="*/ 10800 h 21600"/>
                <a:gd name="T16" fmla="*/ 10800 w 21600"/>
                <a:gd name="T17" fmla="*/ 5400 h 21600"/>
                <a:gd name="T18" fmla="*/ 5400 w 21600"/>
                <a:gd name="T19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5400" y="10800"/>
                  </a:moveTo>
                  <a:cubicBezTo>
                    <a:pt x="5400" y="13782"/>
                    <a:pt x="7818" y="16200"/>
                    <a:pt x="10800" y="16200"/>
                  </a:cubicBezTo>
                  <a:cubicBezTo>
                    <a:pt x="13782" y="16200"/>
                    <a:pt x="16200" y="13782"/>
                    <a:pt x="16200" y="10800"/>
                  </a:cubicBezTo>
                  <a:cubicBezTo>
                    <a:pt x="16200" y="7818"/>
                    <a:pt x="13782" y="5400"/>
                    <a:pt x="10800" y="5400"/>
                  </a:cubicBezTo>
                  <a:cubicBezTo>
                    <a:pt x="7818" y="5400"/>
                    <a:pt x="5400" y="7818"/>
                    <a:pt x="5400" y="10800"/>
                  </a:cubicBezTo>
                  <a:close/>
                </a:path>
              </a:pathLst>
            </a:custGeom>
            <a:solidFill>
              <a:srgbClr val="CC99FF">
                <a:alpha val="50000"/>
              </a:srgbClr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eaLnBrk="0" hangingPunct="0"/>
              <a:endParaRPr lang="zh-CN" altLang="en-US"/>
            </a:p>
          </p:txBody>
        </p:sp>
        <p:sp>
          <p:nvSpPr>
            <p:cNvPr id="43025" name="直接连接符 172076">
              <a:extLst>
                <a:ext uri="{FF2B5EF4-FFF2-40B4-BE49-F238E27FC236}">
                  <a16:creationId xmlns:a16="http://schemas.microsoft.com/office/drawing/2014/main" id="{AD1C523A-A0B2-7D22-822E-71C55EE12F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6" y="912"/>
              <a:ext cx="86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26" name="直接连接符 172077">
              <a:extLst>
                <a:ext uri="{FF2B5EF4-FFF2-40B4-BE49-F238E27FC236}">
                  <a16:creationId xmlns:a16="http://schemas.microsoft.com/office/drawing/2014/main" id="{467C873E-73C4-3D7A-CAC9-6E834BDCC5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4" y="2256"/>
              <a:ext cx="2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27" name="直接连接符 172078">
              <a:extLst>
                <a:ext uri="{FF2B5EF4-FFF2-40B4-BE49-F238E27FC236}">
                  <a16:creationId xmlns:a16="http://schemas.microsoft.com/office/drawing/2014/main" id="{F6F3A920-0B07-61CD-F654-A00D0B81382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44" y="816"/>
              <a:ext cx="96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28" name="直接连接符 172079">
              <a:extLst>
                <a:ext uri="{FF2B5EF4-FFF2-40B4-BE49-F238E27FC236}">
                  <a16:creationId xmlns:a16="http://schemas.microsoft.com/office/drawing/2014/main" id="{2E61E782-375E-C7CA-4C83-E38078C8A84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72" y="804"/>
              <a:ext cx="96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29" name="直接连接符 172080">
              <a:extLst>
                <a:ext uri="{FF2B5EF4-FFF2-40B4-BE49-F238E27FC236}">
                  <a16:creationId xmlns:a16="http://schemas.microsoft.com/office/drawing/2014/main" id="{7EFD3C13-FB06-B58A-944C-952DB369409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92" y="804"/>
              <a:ext cx="96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30" name="直接连接符 172081">
              <a:extLst>
                <a:ext uri="{FF2B5EF4-FFF2-40B4-BE49-F238E27FC236}">
                  <a16:creationId xmlns:a16="http://schemas.microsoft.com/office/drawing/2014/main" id="{45BEA43D-782A-4317-9DDF-735CBE368D2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88" y="816"/>
              <a:ext cx="96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31" name="直接连接符 172082">
              <a:extLst>
                <a:ext uri="{FF2B5EF4-FFF2-40B4-BE49-F238E27FC236}">
                  <a16:creationId xmlns:a16="http://schemas.microsoft.com/office/drawing/2014/main" id="{15D2E8DE-13AF-8B39-0077-2C7BD6469B3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96" y="816"/>
              <a:ext cx="96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32" name="直接连接符 172083">
              <a:extLst>
                <a:ext uri="{FF2B5EF4-FFF2-40B4-BE49-F238E27FC236}">
                  <a16:creationId xmlns:a16="http://schemas.microsoft.com/office/drawing/2014/main" id="{42723DA5-B9F5-33E3-50A2-DF360A5BDC3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16" y="816"/>
              <a:ext cx="96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33" name="直接连接符 172084">
              <a:extLst>
                <a:ext uri="{FF2B5EF4-FFF2-40B4-BE49-F238E27FC236}">
                  <a16:creationId xmlns:a16="http://schemas.microsoft.com/office/drawing/2014/main" id="{5F1A4855-2C31-5C7F-B5A6-A33179C43F7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52" y="816"/>
              <a:ext cx="96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34" name="直接连接符 172085">
              <a:extLst>
                <a:ext uri="{FF2B5EF4-FFF2-40B4-BE49-F238E27FC236}">
                  <a16:creationId xmlns:a16="http://schemas.microsoft.com/office/drawing/2014/main" id="{E0A510C6-FB64-0ACC-9DB4-0B41E0B148B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28" y="2256"/>
              <a:ext cx="336" cy="360"/>
            </a:xfrm>
            <a:prstGeom prst="line">
              <a:avLst/>
            </a:prstGeom>
            <a:noFill/>
            <a:ln w="4127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35" name="直接连接符 172086">
              <a:extLst>
                <a:ext uri="{FF2B5EF4-FFF2-40B4-BE49-F238E27FC236}">
                  <a16:creationId xmlns:a16="http://schemas.microsoft.com/office/drawing/2014/main" id="{F5256A61-6FE9-F994-24FD-01FE3D31AF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28" y="2592"/>
              <a:ext cx="240" cy="144"/>
            </a:xfrm>
            <a:prstGeom prst="line">
              <a:avLst/>
            </a:prstGeom>
            <a:noFill/>
            <a:ln w="4127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36" name="直接连接符 172087">
              <a:extLst>
                <a:ext uri="{FF2B5EF4-FFF2-40B4-BE49-F238E27FC236}">
                  <a16:creationId xmlns:a16="http://schemas.microsoft.com/office/drawing/2014/main" id="{BDFEA887-34E4-2431-19CA-94C1E43FF0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92" y="2736"/>
              <a:ext cx="69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43037" name="对象 172088">
              <a:extLst>
                <a:ext uri="{FF2B5EF4-FFF2-40B4-BE49-F238E27FC236}">
                  <a16:creationId xmlns:a16="http://schemas.microsoft.com/office/drawing/2014/main" id="{12CA8CEE-4B5D-A6EF-6489-B5FED5E01337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2304" y="2448"/>
            <a:ext cx="452" cy="2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2" imgW="291720" imgH="215619" progId="Equation.3">
                    <p:embed/>
                  </p:oleObj>
                </mc:Choice>
                <mc:Fallback>
                  <p:oleObj r:id="rId12" imgW="291720" imgH="215619" progId="Equation.3">
                    <p:embed/>
                    <p:pic>
                      <p:nvPicPr>
                        <p:cNvPr id="43037" name="对象 172088">
                          <a:extLst>
                            <a:ext uri="{FF2B5EF4-FFF2-40B4-BE49-F238E27FC236}">
                              <a16:creationId xmlns:a16="http://schemas.microsoft.com/office/drawing/2014/main" id="{12CA8CEE-4B5D-A6EF-6489-B5FED5E01337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04" y="2448"/>
                          <a:ext cx="452" cy="2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038" name="直接连接符 172089">
              <a:extLst>
                <a:ext uri="{FF2B5EF4-FFF2-40B4-BE49-F238E27FC236}">
                  <a16:creationId xmlns:a16="http://schemas.microsoft.com/office/drawing/2014/main" id="{DD4BE6A5-DBB2-2669-2A9E-948611898A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4" y="2112"/>
              <a:ext cx="2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43039" name="对象 172090">
              <a:extLst>
                <a:ext uri="{FF2B5EF4-FFF2-40B4-BE49-F238E27FC236}">
                  <a16:creationId xmlns:a16="http://schemas.microsoft.com/office/drawing/2014/main" id="{2542E608-64E3-D009-3325-275F3EF204A5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1964" y="1384"/>
            <a:ext cx="331" cy="2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4" imgW="240882" imgH="177492" progId="Equation.3">
                    <p:embed/>
                  </p:oleObj>
                </mc:Choice>
                <mc:Fallback>
                  <p:oleObj r:id="rId14" imgW="240882" imgH="177492" progId="Equation.3">
                    <p:embed/>
                    <p:pic>
                      <p:nvPicPr>
                        <p:cNvPr id="43039" name="对象 172090">
                          <a:extLst>
                            <a:ext uri="{FF2B5EF4-FFF2-40B4-BE49-F238E27FC236}">
                              <a16:creationId xmlns:a16="http://schemas.microsoft.com/office/drawing/2014/main" id="{2542E608-64E3-D009-3325-275F3EF204A5}"/>
                            </a:ext>
                          </a:extLst>
                        </p:cNvPr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64" y="1384"/>
                          <a:ext cx="331" cy="24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72092" name="文本框 172091">
            <a:extLst>
              <a:ext uri="{FF2B5EF4-FFF2-40B4-BE49-F238E27FC236}">
                <a16:creationId xmlns:a16="http://schemas.microsoft.com/office/drawing/2014/main" id="{610ED169-864D-A99C-AED4-243AF319B7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3625" y="1808620"/>
            <a:ext cx="4876800" cy="604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dirty="0"/>
              <a:t>        </a:t>
            </a:r>
            <a:r>
              <a:rPr lang="en-US" altLang="zh-CN" dirty="0"/>
              <a:t> </a:t>
            </a:r>
            <a:r>
              <a:rPr lang="zh-CN" altLang="en-US" dirty="0"/>
              <a:t>它在环心处的场强：</a:t>
            </a:r>
          </a:p>
        </p:txBody>
      </p:sp>
      <p:sp>
        <p:nvSpPr>
          <p:cNvPr id="172093" name="文本框 172092">
            <a:extLst>
              <a:ext uri="{FF2B5EF4-FFF2-40B4-BE49-F238E27FC236}">
                <a16:creationId xmlns:a16="http://schemas.microsoft.com/office/drawing/2014/main" id="{A0BBBED5-1947-D4BB-32C9-52FE7F2DC7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" y="2819400"/>
            <a:ext cx="4648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/>
              <a:t>建图示坐标系，</a:t>
            </a:r>
            <a:endParaRPr lang="en-US" altLang="zh-CN"/>
          </a:p>
        </p:txBody>
      </p:sp>
      <p:sp>
        <p:nvSpPr>
          <p:cNvPr id="172094" name="文本框 172093">
            <a:extLst>
              <a:ext uri="{FF2B5EF4-FFF2-40B4-BE49-F238E27FC236}">
                <a16:creationId xmlns:a16="http://schemas.microsoft.com/office/drawing/2014/main" id="{3C7EDDF6-B781-1D01-86DF-3A5BA767A0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0" y="2743200"/>
            <a:ext cx="4114800" cy="604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7620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defTabSz="7620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defTabSz="7620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defTabSz="7620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defTabSz="7620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>
                <a:solidFill>
                  <a:srgbClr val="0000CC"/>
                </a:solidFill>
                <a:latin typeface="宋体" panose="02010600030101010101" pitchFamily="2" charset="-122"/>
              </a:rPr>
              <a:t>在</a:t>
            </a:r>
            <a:r>
              <a:rPr lang="en-US" altLang="zh-CN" i="1">
                <a:solidFill>
                  <a:srgbClr val="0000CC"/>
                </a:solidFill>
              </a:rPr>
              <a:t>x </a:t>
            </a:r>
            <a:r>
              <a:rPr lang="zh-CN" altLang="en-US">
                <a:solidFill>
                  <a:srgbClr val="0000CC"/>
                </a:solidFill>
                <a:latin typeface="宋体" panose="02010600030101010101" pitchFamily="2" charset="-122"/>
              </a:rPr>
              <a:t>处取电荷元</a:t>
            </a:r>
            <a:r>
              <a:rPr lang="en-US" altLang="zh-CN">
                <a:solidFill>
                  <a:srgbClr val="0000CC"/>
                </a:solidFill>
              </a:rPr>
              <a:t>d</a:t>
            </a:r>
            <a:r>
              <a:rPr lang="en-US" altLang="zh-CN" i="1">
                <a:solidFill>
                  <a:srgbClr val="0000CC"/>
                </a:solidFill>
              </a:rPr>
              <a:t>x,  </a:t>
            </a:r>
            <a:endParaRPr lang="zh-CN" altLang="en-US">
              <a:solidFill>
                <a:srgbClr val="0000CC"/>
              </a:solidFill>
              <a:latin typeface="宋体" panose="02010600030101010101" pitchFamily="2" charset="-122"/>
            </a:endParaRPr>
          </a:p>
        </p:txBody>
      </p:sp>
      <p:sp>
        <p:nvSpPr>
          <p:cNvPr id="172095" name="直接连接符 172094">
            <a:extLst>
              <a:ext uri="{FF2B5EF4-FFF2-40B4-BE49-F238E27FC236}">
                <a16:creationId xmlns:a16="http://schemas.microsoft.com/office/drawing/2014/main" id="{AD829069-647D-AEBA-5EA4-FFBC86E1C0C0}"/>
              </a:ext>
            </a:extLst>
          </p:cNvPr>
          <p:cNvSpPr>
            <a:spLocks noChangeShapeType="1"/>
          </p:cNvSpPr>
          <p:nvPr/>
        </p:nvSpPr>
        <p:spPr bwMode="auto">
          <a:xfrm>
            <a:off x="7448550" y="1371600"/>
            <a:ext cx="0" cy="38862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72096" name="对象 172095">
            <a:extLst>
              <a:ext uri="{FF2B5EF4-FFF2-40B4-BE49-F238E27FC236}">
                <a16:creationId xmlns:a16="http://schemas.microsoft.com/office/drawing/2014/main" id="{611B47A1-3DDE-733A-2730-052F58CE87DE}"/>
              </a:ext>
            </a:extLst>
          </p:cNvPr>
          <p:cNvGraphicFramePr>
            <a:graphicFrameLocks/>
          </p:cNvGraphicFramePr>
          <p:nvPr/>
        </p:nvGraphicFramePr>
        <p:xfrm>
          <a:off x="7467600" y="4953000"/>
          <a:ext cx="381000" cy="417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6" imgW="126725" imgH="139397" progId="Equation.3">
                  <p:embed/>
                </p:oleObj>
              </mc:Choice>
              <mc:Fallback>
                <p:oleObj r:id="rId16" imgW="126725" imgH="139397" progId="Equation.3">
                  <p:embed/>
                  <p:pic>
                    <p:nvPicPr>
                      <p:cNvPr id="172096" name="对象 172095">
                        <a:extLst>
                          <a:ext uri="{FF2B5EF4-FFF2-40B4-BE49-F238E27FC236}">
                            <a16:creationId xmlns:a16="http://schemas.microsoft.com/office/drawing/2014/main" id="{611B47A1-3DDE-733A-2730-052F58CE87D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7600" y="4953000"/>
                        <a:ext cx="381000" cy="417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2097" name="对象 172096">
            <a:extLst>
              <a:ext uri="{FF2B5EF4-FFF2-40B4-BE49-F238E27FC236}">
                <a16:creationId xmlns:a16="http://schemas.microsoft.com/office/drawing/2014/main" id="{6073F47B-90AB-B903-AD4B-AD3BFA397509}"/>
              </a:ext>
            </a:extLst>
          </p:cNvPr>
          <p:cNvGraphicFramePr>
            <a:graphicFrameLocks/>
          </p:cNvGraphicFramePr>
          <p:nvPr/>
        </p:nvGraphicFramePr>
        <p:xfrm>
          <a:off x="7010400" y="1371600"/>
          <a:ext cx="461963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8" imgW="164814" imgH="177492" progId="Equation.3">
                  <p:embed/>
                </p:oleObj>
              </mc:Choice>
              <mc:Fallback>
                <p:oleObj r:id="rId18" imgW="164814" imgH="177492" progId="Equation.3">
                  <p:embed/>
                  <p:pic>
                    <p:nvPicPr>
                      <p:cNvPr id="172097" name="对象 172096">
                        <a:extLst>
                          <a:ext uri="{FF2B5EF4-FFF2-40B4-BE49-F238E27FC236}">
                            <a16:creationId xmlns:a16="http://schemas.microsoft.com/office/drawing/2014/main" id="{6073F47B-90AB-B903-AD4B-AD3BFA39750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0400" y="1371600"/>
                        <a:ext cx="461963" cy="49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2098" name="组合 172097">
            <a:extLst>
              <a:ext uri="{FF2B5EF4-FFF2-40B4-BE49-F238E27FC236}">
                <a16:creationId xmlns:a16="http://schemas.microsoft.com/office/drawing/2014/main" id="{98005B08-21BE-E5CF-AFCD-5B362C7B33EE}"/>
              </a:ext>
            </a:extLst>
          </p:cNvPr>
          <p:cNvGrpSpPr>
            <a:grpSpLocks/>
          </p:cNvGrpSpPr>
          <p:nvPr/>
        </p:nvGrpSpPr>
        <p:grpSpPr bwMode="auto">
          <a:xfrm>
            <a:off x="6248400" y="1371600"/>
            <a:ext cx="933450" cy="1198563"/>
            <a:chOff x="948" y="912"/>
            <a:chExt cx="588" cy="755"/>
          </a:xfrm>
        </p:grpSpPr>
        <p:graphicFrame>
          <p:nvGraphicFramePr>
            <p:cNvPr id="43047" name="对象 172098">
              <a:extLst>
                <a:ext uri="{FF2B5EF4-FFF2-40B4-BE49-F238E27FC236}">
                  <a16:creationId xmlns:a16="http://schemas.microsoft.com/office/drawing/2014/main" id="{CF6012D9-9814-E28D-A2DD-A431953503EC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948" y="1371"/>
            <a:ext cx="360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0" imgW="215526" imgH="177492" progId="Equation.3">
                    <p:embed/>
                  </p:oleObj>
                </mc:Choice>
                <mc:Fallback>
                  <p:oleObj r:id="rId20" imgW="215526" imgH="177492" progId="Equation.3">
                    <p:embed/>
                    <p:pic>
                      <p:nvPicPr>
                        <p:cNvPr id="43047" name="对象 172098">
                          <a:extLst>
                            <a:ext uri="{FF2B5EF4-FFF2-40B4-BE49-F238E27FC236}">
                              <a16:creationId xmlns:a16="http://schemas.microsoft.com/office/drawing/2014/main" id="{CF6012D9-9814-E28D-A2DD-A431953503EC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48" y="1371"/>
                          <a:ext cx="360" cy="2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048" name="直接连接符 172099">
              <a:extLst>
                <a:ext uri="{FF2B5EF4-FFF2-40B4-BE49-F238E27FC236}">
                  <a16:creationId xmlns:a16="http://schemas.microsoft.com/office/drawing/2014/main" id="{10C8CB62-AA56-407A-EF25-93D0A67BCC0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92" y="912"/>
              <a:ext cx="0" cy="57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arrow" w="med" len="med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49" name="直接连接符 172100">
              <a:extLst>
                <a:ext uri="{FF2B5EF4-FFF2-40B4-BE49-F238E27FC236}">
                  <a16:creationId xmlns:a16="http://schemas.microsoft.com/office/drawing/2014/main" id="{9748F7A7-FA91-C3FE-C8FD-439236691D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8" y="1488"/>
              <a:ext cx="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50" name="直接连接符 172101">
              <a:extLst>
                <a:ext uri="{FF2B5EF4-FFF2-40B4-BE49-F238E27FC236}">
                  <a16:creationId xmlns:a16="http://schemas.microsoft.com/office/drawing/2014/main" id="{3835418E-78A2-057A-6617-029897B1D8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8" y="1584"/>
              <a:ext cx="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43051" name="对象 172102">
              <a:extLst>
                <a:ext uri="{FF2B5EF4-FFF2-40B4-BE49-F238E27FC236}">
                  <a16:creationId xmlns:a16="http://schemas.microsoft.com/office/drawing/2014/main" id="{C02C969B-0D40-9742-E4B9-6AADD8C49983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1152" y="1056"/>
            <a:ext cx="240" cy="2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6" imgW="126725" imgH="139397" progId="Equation.3">
                    <p:embed/>
                  </p:oleObj>
                </mc:Choice>
                <mc:Fallback>
                  <p:oleObj r:id="rId16" imgW="126725" imgH="139397" progId="Equation.3">
                    <p:embed/>
                    <p:pic>
                      <p:nvPicPr>
                        <p:cNvPr id="43051" name="对象 172102">
                          <a:extLst>
                            <a:ext uri="{FF2B5EF4-FFF2-40B4-BE49-F238E27FC236}">
                              <a16:creationId xmlns:a16="http://schemas.microsoft.com/office/drawing/2014/main" id="{C02C969B-0D40-9742-E4B9-6AADD8C49983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52" y="1056"/>
                          <a:ext cx="240" cy="2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72104" name="文本框 172103">
            <a:extLst>
              <a:ext uri="{FF2B5EF4-FFF2-40B4-BE49-F238E27FC236}">
                <a16:creationId xmlns:a16="http://schemas.microsoft.com/office/drawing/2014/main" id="{44C16C2C-3863-DF3D-5DC8-63F1CD4515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3238500"/>
            <a:ext cx="4876800" cy="604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/>
              <a:t>它在环心处的场强：</a:t>
            </a:r>
          </a:p>
        </p:txBody>
      </p:sp>
      <p:graphicFrame>
        <p:nvGraphicFramePr>
          <p:cNvPr id="172105" name="对象 172104">
            <a:extLst>
              <a:ext uri="{FF2B5EF4-FFF2-40B4-BE49-F238E27FC236}">
                <a16:creationId xmlns:a16="http://schemas.microsoft.com/office/drawing/2014/main" id="{99C03424-D3A2-6F7F-233F-C4698D70E868}"/>
              </a:ext>
            </a:extLst>
          </p:cNvPr>
          <p:cNvGraphicFramePr>
            <a:graphicFrameLocks/>
          </p:cNvGraphicFramePr>
          <p:nvPr/>
        </p:nvGraphicFramePr>
        <p:xfrm>
          <a:off x="3581400" y="3657600"/>
          <a:ext cx="2971800" cy="1093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2" imgW="1256755" imgH="444307" progId="Equation.3">
                  <p:embed/>
                </p:oleObj>
              </mc:Choice>
              <mc:Fallback>
                <p:oleObj r:id="rId22" imgW="1256755" imgH="444307" progId="Equation.3">
                  <p:embed/>
                  <p:pic>
                    <p:nvPicPr>
                      <p:cNvPr id="172105" name="对象 172104">
                        <a:extLst>
                          <a:ext uri="{FF2B5EF4-FFF2-40B4-BE49-F238E27FC236}">
                            <a16:creationId xmlns:a16="http://schemas.microsoft.com/office/drawing/2014/main" id="{99C03424-D3A2-6F7F-233F-C4698D70E868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3657600"/>
                        <a:ext cx="2971800" cy="1093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2106" name="文本框 172105">
            <a:extLst>
              <a:ext uri="{FF2B5EF4-FFF2-40B4-BE49-F238E27FC236}">
                <a16:creationId xmlns:a16="http://schemas.microsoft.com/office/drawing/2014/main" id="{FBF0CE11-5640-A67A-9D68-4D2C5F8A8D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4648200"/>
            <a:ext cx="6934200" cy="604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/>
              <a:t>整个细绳上的电荷在环心处的场强：</a:t>
            </a:r>
          </a:p>
        </p:txBody>
      </p:sp>
      <p:graphicFrame>
        <p:nvGraphicFramePr>
          <p:cNvPr id="172107" name="对象 172106">
            <a:extLst>
              <a:ext uri="{FF2B5EF4-FFF2-40B4-BE49-F238E27FC236}">
                <a16:creationId xmlns:a16="http://schemas.microsoft.com/office/drawing/2014/main" id="{2F4590BD-FDEE-D681-3670-229D9B731AA6}"/>
              </a:ext>
            </a:extLst>
          </p:cNvPr>
          <p:cNvGraphicFramePr>
            <a:graphicFrameLocks/>
          </p:cNvGraphicFramePr>
          <p:nvPr/>
        </p:nvGraphicFramePr>
        <p:xfrm>
          <a:off x="228600" y="5257800"/>
          <a:ext cx="4081463" cy="1093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4" imgW="1726451" imgH="444307" progId="Equation.3">
                  <p:embed/>
                </p:oleObj>
              </mc:Choice>
              <mc:Fallback>
                <p:oleObj r:id="rId24" imgW="1726451" imgH="444307" progId="Equation.3">
                  <p:embed/>
                  <p:pic>
                    <p:nvPicPr>
                      <p:cNvPr id="172107" name="对象 172106">
                        <a:extLst>
                          <a:ext uri="{FF2B5EF4-FFF2-40B4-BE49-F238E27FC236}">
                            <a16:creationId xmlns:a16="http://schemas.microsoft.com/office/drawing/2014/main" id="{2F4590BD-FDEE-D681-3670-229D9B731AA6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5257800"/>
                        <a:ext cx="4081463" cy="1093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2108" name="对象 172107">
            <a:extLst>
              <a:ext uri="{FF2B5EF4-FFF2-40B4-BE49-F238E27FC236}">
                <a16:creationId xmlns:a16="http://schemas.microsoft.com/office/drawing/2014/main" id="{9F73057A-62E3-9019-F0CD-AD3B37A0CBE5}"/>
              </a:ext>
            </a:extLst>
          </p:cNvPr>
          <p:cNvGraphicFramePr>
            <a:graphicFrameLocks/>
          </p:cNvGraphicFramePr>
          <p:nvPr/>
        </p:nvGraphicFramePr>
        <p:xfrm>
          <a:off x="4267200" y="5257800"/>
          <a:ext cx="1711325" cy="1093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6" imgW="723586" imgH="444307" progId="Equation.3">
                  <p:embed/>
                </p:oleObj>
              </mc:Choice>
              <mc:Fallback>
                <p:oleObj r:id="rId26" imgW="723586" imgH="444307" progId="Equation.3">
                  <p:embed/>
                  <p:pic>
                    <p:nvPicPr>
                      <p:cNvPr id="172108" name="对象 172107">
                        <a:extLst>
                          <a:ext uri="{FF2B5EF4-FFF2-40B4-BE49-F238E27FC236}">
                            <a16:creationId xmlns:a16="http://schemas.microsoft.com/office/drawing/2014/main" id="{9F73057A-62E3-9019-F0CD-AD3B37A0CBE5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5257800"/>
                        <a:ext cx="1711325" cy="1093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2109" name="文本框 172108">
            <a:extLst>
              <a:ext uri="{FF2B5EF4-FFF2-40B4-BE49-F238E27FC236}">
                <a16:creationId xmlns:a16="http://schemas.microsoft.com/office/drawing/2014/main" id="{BF365C3E-E2E3-9737-C03A-07A54572EF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0800" y="6019800"/>
            <a:ext cx="2286000" cy="604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/>
              <a:t>方向向下。</a:t>
            </a:r>
          </a:p>
        </p:txBody>
      </p:sp>
      <p:sp>
        <p:nvSpPr>
          <p:cNvPr id="172110" name="矩形 172109">
            <a:extLst>
              <a:ext uri="{FF2B5EF4-FFF2-40B4-BE49-F238E27FC236}">
                <a16:creationId xmlns:a16="http://schemas.microsoft.com/office/drawing/2014/main" id="{CD12177F-0CB5-DEAF-4FB8-1CCCB2A934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7600" y="2286000"/>
            <a:ext cx="76200" cy="152400"/>
          </a:xfrm>
          <a:prstGeom prst="rect">
            <a:avLst/>
          </a:prstGeom>
          <a:solidFill>
            <a:srgbClr val="0000FF"/>
          </a:solidFill>
          <a:ln w="9525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/>
          <a:p>
            <a:pPr eaLnBrk="0" hangingPunct="0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2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20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20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720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720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172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172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500"/>
                                        <p:tgtEl>
                                          <p:spTgt spid="172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720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720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720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720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172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2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2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1720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66" dur="500"/>
                                        <p:tgtEl>
                                          <p:spTgt spid="172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1" dur="500"/>
                                        <p:tgtEl>
                                          <p:spTgt spid="172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6" dur="500"/>
                                        <p:tgtEl>
                                          <p:spTgt spid="172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1" dur="500"/>
                                        <p:tgtEl>
                                          <p:spTgt spid="172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6" dur="500"/>
                                        <p:tgtEl>
                                          <p:spTgt spid="172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1" dur="500"/>
                                        <p:tgtEl>
                                          <p:spTgt spid="172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6" dur="500"/>
                                        <p:tgtEl>
                                          <p:spTgt spid="172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1" dur="500"/>
                                        <p:tgtEl>
                                          <p:spTgt spid="172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6" dur="500"/>
                                        <p:tgtEl>
                                          <p:spTgt spid="172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1" dur="500"/>
                                        <p:tgtEl>
                                          <p:spTgt spid="172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2035" grpId="0"/>
      <p:bldP spid="172038" grpId="0"/>
      <p:bldP spid="172039" grpId="0"/>
      <p:bldP spid="172041" grpId="0"/>
      <p:bldP spid="172092" grpId="0"/>
      <p:bldP spid="172093" grpId="0"/>
      <p:bldP spid="172094" grpId="0" build="p"/>
      <p:bldP spid="172104" grpId="0"/>
      <p:bldP spid="172106" grpId="0"/>
      <p:bldP spid="17210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6470" name="组合 146469">
            <a:extLst>
              <a:ext uri="{FF2B5EF4-FFF2-40B4-BE49-F238E27FC236}">
                <a16:creationId xmlns:a16="http://schemas.microsoft.com/office/drawing/2014/main" id="{A8FD658B-5CAD-E121-70E5-0929B5F0093E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228600"/>
            <a:ext cx="8382000" cy="1128713"/>
            <a:chOff x="240" y="144"/>
            <a:chExt cx="5280" cy="711"/>
          </a:xfrm>
        </p:grpSpPr>
        <p:sp>
          <p:nvSpPr>
            <p:cNvPr id="39939" name="文本框 146434">
              <a:extLst>
                <a:ext uri="{FF2B5EF4-FFF2-40B4-BE49-F238E27FC236}">
                  <a16:creationId xmlns:a16="http://schemas.microsoft.com/office/drawing/2014/main" id="{054205B5-5B21-D796-6572-2CD4A5EDB6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" y="144"/>
              <a:ext cx="5280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dirty="0">
                  <a:solidFill>
                    <a:srgbClr val="0000FF"/>
                  </a:solidFill>
                </a:rPr>
                <a:t>例.</a:t>
              </a:r>
              <a:r>
                <a:rPr lang="zh-CN" altLang="en-US" dirty="0"/>
                <a:t>无限长圆柱面，电荷面密度为 </a:t>
              </a:r>
            </a:p>
          </p:txBody>
        </p:sp>
        <p:sp>
          <p:nvSpPr>
            <p:cNvPr id="39940" name="文本框 146435">
              <a:extLst>
                <a:ext uri="{FF2B5EF4-FFF2-40B4-BE49-F238E27FC236}">
                  <a16:creationId xmlns:a16="http://schemas.microsoft.com/office/drawing/2014/main" id="{78F52AB4-5F19-24CE-9C9C-52409982A3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" y="528"/>
              <a:ext cx="460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/>
                <a:t>求轴线上一点的场强。</a:t>
              </a:r>
            </a:p>
          </p:txBody>
        </p:sp>
        <p:graphicFrame>
          <p:nvGraphicFramePr>
            <p:cNvPr id="39941" name="对象 146436">
              <a:extLst>
                <a:ext uri="{FF2B5EF4-FFF2-40B4-BE49-F238E27FC236}">
                  <a16:creationId xmlns:a16="http://schemas.microsoft.com/office/drawing/2014/main" id="{A3907043-C185-9658-E8D7-53391704E785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3600" y="144"/>
            <a:ext cx="1475" cy="3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787400" imgH="228600" progId="Equation.3">
                    <p:embed/>
                  </p:oleObj>
                </mc:Choice>
                <mc:Fallback>
                  <p:oleObj r:id="rId2" imgW="787400" imgH="228600" progId="Equation.3">
                    <p:embed/>
                    <p:pic>
                      <p:nvPicPr>
                        <p:cNvPr id="39941" name="对象 146436">
                          <a:extLst>
                            <a:ext uri="{FF2B5EF4-FFF2-40B4-BE49-F238E27FC236}">
                              <a16:creationId xmlns:a16="http://schemas.microsoft.com/office/drawing/2014/main" id="{A3907043-C185-9658-E8D7-53391704E785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00" y="144"/>
                          <a:ext cx="1475" cy="37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46457" name="文本框 146456">
            <a:extLst>
              <a:ext uri="{FF2B5EF4-FFF2-40B4-BE49-F238E27FC236}">
                <a16:creationId xmlns:a16="http://schemas.microsoft.com/office/drawing/2014/main" id="{B0C50721-FF26-14A1-CF91-90C127E7E0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524000"/>
            <a:ext cx="1219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/>
              <a:t>解：</a:t>
            </a:r>
          </a:p>
        </p:txBody>
      </p:sp>
      <p:sp>
        <p:nvSpPr>
          <p:cNvPr id="146458" name="文本框 146457">
            <a:extLst>
              <a:ext uri="{FF2B5EF4-FFF2-40B4-BE49-F238E27FC236}">
                <a16:creationId xmlns:a16="http://schemas.microsoft.com/office/drawing/2014/main" id="{E0E74603-19CC-EBC2-A9EB-002DB2F6D8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447800"/>
            <a:ext cx="4876800" cy="111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/>
              <a:t>        将柱面分成许多与轴平行的细长条，其电荷线密度为 ：</a:t>
            </a:r>
          </a:p>
        </p:txBody>
      </p:sp>
      <p:graphicFrame>
        <p:nvGraphicFramePr>
          <p:cNvPr id="146459" name="对象 146458">
            <a:extLst>
              <a:ext uri="{FF2B5EF4-FFF2-40B4-BE49-F238E27FC236}">
                <a16:creationId xmlns:a16="http://schemas.microsoft.com/office/drawing/2014/main" id="{6257FD2C-C999-7706-40A1-7F2F0E8EA983}"/>
              </a:ext>
            </a:extLst>
          </p:cNvPr>
          <p:cNvGraphicFramePr>
            <a:graphicFrameLocks/>
          </p:cNvGraphicFramePr>
          <p:nvPr/>
        </p:nvGraphicFramePr>
        <p:xfrm>
          <a:off x="609600" y="2514600"/>
          <a:ext cx="3135313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054100" imgH="228600" progId="Equation.3">
                  <p:embed/>
                </p:oleObj>
              </mc:Choice>
              <mc:Fallback>
                <p:oleObj r:id="rId4" imgW="1054100" imgH="228600" progId="Equation.3">
                  <p:embed/>
                  <p:pic>
                    <p:nvPicPr>
                      <p:cNvPr id="146459" name="对象 146458">
                        <a:extLst>
                          <a:ext uri="{FF2B5EF4-FFF2-40B4-BE49-F238E27FC236}">
                            <a16:creationId xmlns:a16="http://schemas.microsoft.com/office/drawing/2014/main" id="{6257FD2C-C999-7706-40A1-7F2F0E8EA98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2514600"/>
                        <a:ext cx="3135313" cy="59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6460" name="文本框 146459">
            <a:extLst>
              <a:ext uri="{FF2B5EF4-FFF2-40B4-BE49-F238E27FC236}">
                <a16:creationId xmlns:a16="http://schemas.microsoft.com/office/drawing/2014/main" id="{984C0589-6E87-C9A3-5C27-58AEF65124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3124200"/>
            <a:ext cx="3962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/>
              <a:t>它在</a:t>
            </a:r>
            <a:r>
              <a:rPr lang="en-US" altLang="zh-CN"/>
              <a:t>O</a:t>
            </a:r>
            <a:r>
              <a:rPr lang="zh-CN" altLang="en-US"/>
              <a:t>点的场强为：</a:t>
            </a:r>
          </a:p>
        </p:txBody>
      </p:sp>
      <p:graphicFrame>
        <p:nvGraphicFramePr>
          <p:cNvPr id="146461" name="对象 146460">
            <a:extLst>
              <a:ext uri="{FF2B5EF4-FFF2-40B4-BE49-F238E27FC236}">
                <a16:creationId xmlns:a16="http://schemas.microsoft.com/office/drawing/2014/main" id="{F9295E69-29AC-1399-18A2-D255DF4BE626}"/>
              </a:ext>
            </a:extLst>
          </p:cNvPr>
          <p:cNvGraphicFramePr>
            <a:graphicFrameLocks/>
          </p:cNvGraphicFramePr>
          <p:nvPr/>
        </p:nvGraphicFramePr>
        <p:xfrm>
          <a:off x="304800" y="3581400"/>
          <a:ext cx="5010150" cy="1093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777229" imgH="444307" progId="Equation.3">
                  <p:embed/>
                </p:oleObj>
              </mc:Choice>
              <mc:Fallback>
                <p:oleObj r:id="rId6" imgW="1777229" imgH="444307" progId="Equation.3">
                  <p:embed/>
                  <p:pic>
                    <p:nvPicPr>
                      <p:cNvPr id="146461" name="对象 146460">
                        <a:extLst>
                          <a:ext uri="{FF2B5EF4-FFF2-40B4-BE49-F238E27FC236}">
                            <a16:creationId xmlns:a16="http://schemas.microsoft.com/office/drawing/2014/main" id="{F9295E69-29AC-1399-18A2-D255DF4BE626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3581400"/>
                        <a:ext cx="5010150" cy="1093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6462" name="对象 146461">
            <a:extLst>
              <a:ext uri="{FF2B5EF4-FFF2-40B4-BE49-F238E27FC236}">
                <a16:creationId xmlns:a16="http://schemas.microsoft.com/office/drawing/2014/main" id="{DEC5C88E-B804-6CDC-9186-37EBCFE4E9E9}"/>
              </a:ext>
            </a:extLst>
          </p:cNvPr>
          <p:cNvGraphicFramePr>
            <a:graphicFrameLocks/>
          </p:cNvGraphicFramePr>
          <p:nvPr/>
        </p:nvGraphicFramePr>
        <p:xfrm>
          <a:off x="4038600" y="5029200"/>
          <a:ext cx="3513138" cy="1154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1180588" imgH="444307" progId="Equation.3">
                  <p:embed/>
                </p:oleObj>
              </mc:Choice>
              <mc:Fallback>
                <p:oleObj r:id="rId8" imgW="1180588" imgH="444307" progId="Equation.3">
                  <p:embed/>
                  <p:pic>
                    <p:nvPicPr>
                      <p:cNvPr id="146462" name="对象 146461">
                        <a:extLst>
                          <a:ext uri="{FF2B5EF4-FFF2-40B4-BE49-F238E27FC236}">
                            <a16:creationId xmlns:a16="http://schemas.microsoft.com/office/drawing/2014/main" id="{DEC5C88E-B804-6CDC-9186-37EBCFE4E9E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0" y="5029200"/>
                        <a:ext cx="3513138" cy="1154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6469" name="组合 146468">
            <a:extLst>
              <a:ext uri="{FF2B5EF4-FFF2-40B4-BE49-F238E27FC236}">
                <a16:creationId xmlns:a16="http://schemas.microsoft.com/office/drawing/2014/main" id="{400D0C2C-FB4B-98ED-E3E1-22B86067775E}"/>
              </a:ext>
            </a:extLst>
          </p:cNvPr>
          <p:cNvGrpSpPr>
            <a:grpSpLocks/>
          </p:cNvGrpSpPr>
          <p:nvPr/>
        </p:nvGrpSpPr>
        <p:grpSpPr bwMode="auto">
          <a:xfrm>
            <a:off x="5562600" y="990600"/>
            <a:ext cx="3354388" cy="4343400"/>
            <a:chOff x="3504" y="624"/>
            <a:chExt cx="2113" cy="2736"/>
          </a:xfrm>
        </p:grpSpPr>
        <p:grpSp>
          <p:nvGrpSpPr>
            <p:cNvPr id="39951" name="组合 146438">
              <a:extLst>
                <a:ext uri="{FF2B5EF4-FFF2-40B4-BE49-F238E27FC236}">
                  <a16:creationId xmlns:a16="http://schemas.microsoft.com/office/drawing/2014/main" id="{463FDDD3-F25D-534C-C760-A51CC14F885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88" y="1008"/>
              <a:ext cx="1200" cy="2064"/>
              <a:chOff x="3552" y="1584"/>
              <a:chExt cx="1200" cy="1728"/>
            </a:xfrm>
          </p:grpSpPr>
          <p:sp>
            <p:nvSpPr>
              <p:cNvPr id="39952" name="椭圆 146439">
                <a:extLst>
                  <a:ext uri="{FF2B5EF4-FFF2-40B4-BE49-F238E27FC236}">
                    <a16:creationId xmlns:a16="http://schemas.microsoft.com/office/drawing/2014/main" id="{E0403F7F-FF39-A659-60C1-34CD659402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2" y="2905"/>
                <a:ext cx="1200" cy="407"/>
              </a:xfrm>
              <a:prstGeom prst="ellipse">
                <a:avLst/>
              </a:prstGeom>
              <a:noFill/>
              <a:ln w="381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/>
              </a:p>
            </p:txBody>
          </p:sp>
          <p:sp>
            <p:nvSpPr>
              <p:cNvPr id="39953" name="椭圆 146440">
                <a:extLst>
                  <a:ext uri="{FF2B5EF4-FFF2-40B4-BE49-F238E27FC236}">
                    <a16:creationId xmlns:a16="http://schemas.microsoft.com/office/drawing/2014/main" id="{764F27B0-A262-9DE0-EC88-8EC38096F2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2" y="1584"/>
                <a:ext cx="1200" cy="407"/>
              </a:xfrm>
              <a:prstGeom prst="ellipse">
                <a:avLst/>
              </a:prstGeom>
              <a:noFill/>
              <a:ln w="381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/>
              </a:p>
            </p:txBody>
          </p:sp>
          <p:sp>
            <p:nvSpPr>
              <p:cNvPr id="39954" name="直接连接符 146441">
                <a:extLst>
                  <a:ext uri="{FF2B5EF4-FFF2-40B4-BE49-F238E27FC236}">
                    <a16:creationId xmlns:a16="http://schemas.microsoft.com/office/drawing/2014/main" id="{34E2BC86-CEF0-2F1C-3201-A9B19F028C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1787"/>
                <a:ext cx="0" cy="1322"/>
              </a:xfrm>
              <a:prstGeom prst="line">
                <a:avLst/>
              </a:prstGeom>
              <a:noFill/>
              <a:ln w="381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55" name="直接连接符 146442">
                <a:extLst>
                  <a:ext uri="{FF2B5EF4-FFF2-40B4-BE49-F238E27FC236}">
                    <a16:creationId xmlns:a16="http://schemas.microsoft.com/office/drawing/2014/main" id="{02B300E3-57EA-B556-FDED-04F10C56B38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52" y="1787"/>
                <a:ext cx="0" cy="1322"/>
              </a:xfrm>
              <a:prstGeom prst="line">
                <a:avLst/>
              </a:prstGeom>
              <a:noFill/>
              <a:ln w="381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9956" name="直接连接符 146443">
              <a:extLst>
                <a:ext uri="{FF2B5EF4-FFF2-40B4-BE49-F238E27FC236}">
                  <a16:creationId xmlns:a16="http://schemas.microsoft.com/office/drawing/2014/main" id="{5722DBA0-10A4-F74D-6E39-5ADA5FEB5A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2" y="720"/>
              <a:ext cx="0" cy="14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arrow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39957" name="对象 146444">
              <a:extLst>
                <a:ext uri="{FF2B5EF4-FFF2-40B4-BE49-F238E27FC236}">
                  <a16:creationId xmlns:a16="http://schemas.microsoft.com/office/drawing/2014/main" id="{38FACF85-6AF1-F294-26A4-ED2FDCF12B1B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4032" y="2016"/>
            <a:ext cx="209" cy="2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0" imgW="152202" imgH="164885" progId="Equation.3">
                    <p:embed/>
                  </p:oleObj>
                </mc:Choice>
                <mc:Fallback>
                  <p:oleObj r:id="rId10" imgW="152202" imgH="164885" progId="Equation.3">
                    <p:embed/>
                    <p:pic>
                      <p:nvPicPr>
                        <p:cNvPr id="39957" name="对象 146444">
                          <a:extLst>
                            <a:ext uri="{FF2B5EF4-FFF2-40B4-BE49-F238E27FC236}">
                              <a16:creationId xmlns:a16="http://schemas.microsoft.com/office/drawing/2014/main" id="{38FACF85-6AF1-F294-26A4-ED2FDCF12B1B}"/>
                            </a:ext>
                          </a:extLst>
                        </p:cNvPr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32" y="2016"/>
                          <a:ext cx="209" cy="2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958" name="对象 146445">
              <a:extLst>
                <a:ext uri="{FF2B5EF4-FFF2-40B4-BE49-F238E27FC236}">
                  <a16:creationId xmlns:a16="http://schemas.microsoft.com/office/drawing/2014/main" id="{F633C3BD-F507-2AF3-34A6-65AE38784A41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3504" y="2736"/>
            <a:ext cx="240" cy="2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2" imgW="126725" imgH="139397" progId="Equation.3">
                    <p:embed/>
                  </p:oleObj>
                </mc:Choice>
                <mc:Fallback>
                  <p:oleObj r:id="rId12" imgW="126725" imgH="139397" progId="Equation.3">
                    <p:embed/>
                    <p:pic>
                      <p:nvPicPr>
                        <p:cNvPr id="39958" name="对象 146445">
                          <a:extLst>
                            <a:ext uri="{FF2B5EF4-FFF2-40B4-BE49-F238E27FC236}">
                              <a16:creationId xmlns:a16="http://schemas.microsoft.com/office/drawing/2014/main" id="{F633C3BD-F507-2AF3-34A6-65AE38784A41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04" y="2736"/>
                          <a:ext cx="240" cy="2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9959" name="直接连接符 146447">
              <a:extLst>
                <a:ext uri="{FF2B5EF4-FFF2-40B4-BE49-F238E27FC236}">
                  <a16:creationId xmlns:a16="http://schemas.microsoft.com/office/drawing/2014/main" id="{B63D028A-AD9D-AFB9-917E-E4917CF4EF6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48" y="2160"/>
              <a:ext cx="864" cy="576"/>
            </a:xfrm>
            <a:prstGeom prst="line">
              <a:avLst/>
            </a:prstGeom>
            <a:noFill/>
            <a:ln w="4127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60" name="直接连接符 146448">
              <a:extLst>
                <a:ext uri="{FF2B5EF4-FFF2-40B4-BE49-F238E27FC236}">
                  <a16:creationId xmlns:a16="http://schemas.microsoft.com/office/drawing/2014/main" id="{B17280E3-D2F2-C220-5931-CB0A09735D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2" y="2160"/>
              <a:ext cx="912" cy="0"/>
            </a:xfrm>
            <a:prstGeom prst="line">
              <a:avLst/>
            </a:prstGeom>
            <a:noFill/>
            <a:ln w="4127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39961" name="对象 146449">
              <a:extLst>
                <a:ext uri="{FF2B5EF4-FFF2-40B4-BE49-F238E27FC236}">
                  <a16:creationId xmlns:a16="http://schemas.microsoft.com/office/drawing/2014/main" id="{618AE908-8EC4-110A-8ED2-81B373136219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4488" y="1956"/>
            <a:ext cx="224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4" imgW="126725" imgH="139397" progId="Equation.3">
                    <p:embed/>
                  </p:oleObj>
                </mc:Choice>
                <mc:Fallback>
                  <p:oleObj r:id="rId14" imgW="126725" imgH="139397" progId="Equation.3">
                    <p:embed/>
                    <p:pic>
                      <p:nvPicPr>
                        <p:cNvPr id="39961" name="对象 146449">
                          <a:extLst>
                            <a:ext uri="{FF2B5EF4-FFF2-40B4-BE49-F238E27FC236}">
                              <a16:creationId xmlns:a16="http://schemas.microsoft.com/office/drawing/2014/main" id="{618AE908-8EC4-110A-8ED2-81B373136219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88" y="1956"/>
                          <a:ext cx="224" cy="2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9962" name="直接连接符 146450">
              <a:extLst>
                <a:ext uri="{FF2B5EF4-FFF2-40B4-BE49-F238E27FC236}">
                  <a16:creationId xmlns:a16="http://schemas.microsoft.com/office/drawing/2014/main" id="{BDFA0C35-BDDD-DA1A-81FF-C6CBD247FE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2" y="2112"/>
              <a:ext cx="0" cy="1248"/>
            </a:xfrm>
            <a:prstGeom prst="line">
              <a:avLst/>
            </a:prstGeom>
            <a:noFill/>
            <a:ln w="25400" cap="rnd">
              <a:solidFill>
                <a:srgbClr val="FFFFFF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63" name="椭圆 146452">
              <a:extLst>
                <a:ext uri="{FF2B5EF4-FFF2-40B4-BE49-F238E27FC236}">
                  <a16:creationId xmlns:a16="http://schemas.microsoft.com/office/drawing/2014/main" id="{98C1BA1E-8A8C-ACF3-3CF6-64EEF2DBA2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8" y="1968"/>
              <a:ext cx="1200" cy="407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/>
            </a:p>
          </p:txBody>
        </p:sp>
        <p:graphicFrame>
          <p:nvGraphicFramePr>
            <p:cNvPr id="39964" name="对象 146454">
              <a:extLst>
                <a:ext uri="{FF2B5EF4-FFF2-40B4-BE49-F238E27FC236}">
                  <a16:creationId xmlns:a16="http://schemas.microsoft.com/office/drawing/2014/main" id="{C610A489-0F19-40E7-6788-7813C094950C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5328" y="2112"/>
            <a:ext cx="289" cy="3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6" imgW="139518" imgH="164885" progId="Equation.3">
                    <p:embed/>
                  </p:oleObj>
                </mc:Choice>
                <mc:Fallback>
                  <p:oleObj r:id="rId16" imgW="139518" imgH="164885" progId="Equation.3">
                    <p:embed/>
                    <p:pic>
                      <p:nvPicPr>
                        <p:cNvPr id="39964" name="对象 146454">
                          <a:extLst>
                            <a:ext uri="{FF2B5EF4-FFF2-40B4-BE49-F238E27FC236}">
                              <a16:creationId xmlns:a16="http://schemas.microsoft.com/office/drawing/2014/main" id="{C610A489-0F19-40E7-6788-7813C094950C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28" y="2112"/>
                          <a:ext cx="289" cy="3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965" name="对象 146455">
              <a:extLst>
                <a:ext uri="{FF2B5EF4-FFF2-40B4-BE49-F238E27FC236}">
                  <a16:creationId xmlns:a16="http://schemas.microsoft.com/office/drawing/2014/main" id="{A7D1DB94-90DE-076B-FAA7-A7C82BFA118F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4560" y="624"/>
            <a:ext cx="263" cy="2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8" imgW="126725" imgH="126725" progId="Equation.3">
                    <p:embed/>
                  </p:oleObj>
                </mc:Choice>
                <mc:Fallback>
                  <p:oleObj r:id="rId18" imgW="126725" imgH="126725" progId="Equation.3">
                    <p:embed/>
                    <p:pic>
                      <p:nvPicPr>
                        <p:cNvPr id="39965" name="对象 146455">
                          <a:extLst>
                            <a:ext uri="{FF2B5EF4-FFF2-40B4-BE49-F238E27FC236}">
                              <a16:creationId xmlns:a16="http://schemas.microsoft.com/office/drawing/2014/main" id="{A7D1DB94-90DE-076B-FAA7-A7C82BFA118F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60" y="624"/>
                          <a:ext cx="263" cy="2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9966" name="直接连接符 146464">
              <a:extLst>
                <a:ext uri="{FF2B5EF4-FFF2-40B4-BE49-F238E27FC236}">
                  <a16:creationId xmlns:a16="http://schemas.microsoft.com/office/drawing/2014/main" id="{B5B38274-29B0-37D5-1D54-0CDE5FD7AF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0" y="2016"/>
              <a:ext cx="432" cy="144"/>
            </a:xfrm>
            <a:prstGeom prst="line">
              <a:avLst/>
            </a:prstGeom>
            <a:noFill/>
            <a:ln w="31750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46468" name="组合 146467">
            <a:extLst>
              <a:ext uri="{FF2B5EF4-FFF2-40B4-BE49-F238E27FC236}">
                <a16:creationId xmlns:a16="http://schemas.microsoft.com/office/drawing/2014/main" id="{80D8523D-8A3F-04CC-FBDD-53DE1C60FAF6}"/>
              </a:ext>
            </a:extLst>
          </p:cNvPr>
          <p:cNvGrpSpPr>
            <a:grpSpLocks/>
          </p:cNvGrpSpPr>
          <p:nvPr/>
        </p:nvGrpSpPr>
        <p:grpSpPr bwMode="auto">
          <a:xfrm>
            <a:off x="6858000" y="2343150"/>
            <a:ext cx="762000" cy="2514600"/>
            <a:chOff x="4320" y="1464"/>
            <a:chExt cx="480" cy="1584"/>
          </a:xfrm>
        </p:grpSpPr>
        <p:sp>
          <p:nvSpPr>
            <p:cNvPr id="39968" name="直接连接符 146451">
              <a:extLst>
                <a:ext uri="{FF2B5EF4-FFF2-40B4-BE49-F238E27FC236}">
                  <a16:creationId xmlns:a16="http://schemas.microsoft.com/office/drawing/2014/main" id="{C0C65382-AF51-6CDF-8B7E-9D84E11188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2" y="2160"/>
              <a:ext cx="288" cy="192"/>
            </a:xfrm>
            <a:prstGeom prst="line">
              <a:avLst/>
            </a:prstGeom>
            <a:noFill/>
            <a:ln w="31750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9969" name="组合 146466">
              <a:extLst>
                <a:ext uri="{FF2B5EF4-FFF2-40B4-BE49-F238E27FC236}">
                  <a16:creationId xmlns:a16="http://schemas.microsoft.com/office/drawing/2014/main" id="{3BD5D491-27A1-8B24-DDC7-88C15B51BCE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20" y="1464"/>
              <a:ext cx="468" cy="1584"/>
              <a:chOff x="4320" y="1464"/>
              <a:chExt cx="468" cy="1584"/>
            </a:xfrm>
          </p:grpSpPr>
          <p:graphicFrame>
            <p:nvGraphicFramePr>
              <p:cNvPr id="39970" name="对象 146446">
                <a:extLst>
                  <a:ext uri="{FF2B5EF4-FFF2-40B4-BE49-F238E27FC236}">
                    <a16:creationId xmlns:a16="http://schemas.microsoft.com/office/drawing/2014/main" id="{40F1652F-938F-33CC-D728-39919074D355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4320" y="2304"/>
              <a:ext cx="224" cy="31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20" imgW="126725" imgH="177415" progId="Equation.3">
                      <p:embed/>
                    </p:oleObj>
                  </mc:Choice>
                  <mc:Fallback>
                    <p:oleObj r:id="rId20" imgW="126725" imgH="177415" progId="Equation.3">
                      <p:embed/>
                      <p:pic>
                        <p:nvPicPr>
                          <p:cNvPr id="39970" name="对象 146446">
                            <a:extLst>
                              <a:ext uri="{FF2B5EF4-FFF2-40B4-BE49-F238E27FC236}">
                                <a16:creationId xmlns:a16="http://schemas.microsoft.com/office/drawing/2014/main" id="{40F1652F-938F-33CC-D728-39919074D355}"/>
                              </a:ext>
                            </a:extLst>
                          </p:cNvPr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2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20" y="2304"/>
                            <a:ext cx="224" cy="31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9971" name="任意多边形 146453">
                <a:extLst>
                  <a:ext uri="{FF2B5EF4-FFF2-40B4-BE49-F238E27FC236}">
                    <a16:creationId xmlns:a16="http://schemas.microsoft.com/office/drawing/2014/main" id="{4F9C6D45-695C-9820-0471-CD52CF524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89" y="1680"/>
                <a:ext cx="288" cy="672"/>
              </a:xfrm>
              <a:custGeom>
                <a:avLst/>
                <a:gdLst>
                  <a:gd name="T0" fmla="*/ 22797 w 22797"/>
                  <a:gd name="T1" fmla="*/ 18458 h 21600"/>
                  <a:gd name="T2" fmla="*/ 11580 w 22797"/>
                  <a:gd name="T3" fmla="*/ 21599 h 21600"/>
                  <a:gd name="T4" fmla="*/ -2 w 22797"/>
                  <a:gd name="T5" fmla="*/ 18234 h 21600"/>
                  <a:gd name="T6" fmla="*/ 22797 w 22797"/>
                  <a:gd name="T7" fmla="*/ 18458 h 21600"/>
                  <a:gd name="T8" fmla="*/ 11580 w 22797"/>
                  <a:gd name="T9" fmla="*/ 21599 h 21600"/>
                  <a:gd name="T10" fmla="*/ -2 w 22797"/>
                  <a:gd name="T11" fmla="*/ 18234 h 21600"/>
                  <a:gd name="T12" fmla="*/ 11580 w 22797"/>
                  <a:gd name="T13" fmla="*/ 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2797" h="21600" fill="none">
                    <a:moveTo>
                      <a:pt x="22797" y="18458"/>
                    </a:moveTo>
                    <a:cubicBezTo>
                      <a:pt x="19530" y="20452"/>
                      <a:pt x="15689" y="21599"/>
                      <a:pt x="11580" y="21599"/>
                    </a:cubicBezTo>
                    <a:cubicBezTo>
                      <a:pt x="7318" y="21599"/>
                      <a:pt x="3344" y="20365"/>
                      <a:pt x="-2" y="18234"/>
                    </a:cubicBezTo>
                  </a:path>
                  <a:path w="22797" h="21600" stroke="0">
                    <a:moveTo>
                      <a:pt x="22797" y="18458"/>
                    </a:moveTo>
                    <a:cubicBezTo>
                      <a:pt x="19530" y="20452"/>
                      <a:pt x="15689" y="21599"/>
                      <a:pt x="11580" y="21599"/>
                    </a:cubicBezTo>
                    <a:cubicBezTo>
                      <a:pt x="7318" y="21599"/>
                      <a:pt x="3344" y="20365"/>
                      <a:pt x="-2" y="18234"/>
                    </a:cubicBezTo>
                    <a:lnTo>
                      <a:pt x="11580" y="0"/>
                    </a:lnTo>
                    <a:close/>
                  </a:path>
                </a:pathLst>
              </a:custGeom>
              <a:noFill/>
              <a:ln w="28575">
                <a:solidFill>
                  <a:srgbClr val="FF00FF"/>
                </a:solidFill>
                <a:round/>
                <a:headEnd type="arrow" w="med" len="med"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/>
              </a:p>
            </p:txBody>
          </p:sp>
          <p:sp>
            <p:nvSpPr>
              <p:cNvPr id="39972" name="直接连接符 146465">
                <a:extLst>
                  <a:ext uri="{FF2B5EF4-FFF2-40B4-BE49-F238E27FC236}">
                    <a16:creationId xmlns:a16="http://schemas.microsoft.com/office/drawing/2014/main" id="{44B43ADC-59BB-A270-E4F9-6170E71A14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88" y="1464"/>
                <a:ext cx="0" cy="1584"/>
              </a:xfrm>
              <a:prstGeom prst="line">
                <a:avLst/>
              </a:prstGeom>
              <a:noFill/>
              <a:ln w="508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aphicFrame>
        <p:nvGraphicFramePr>
          <p:cNvPr id="146471" name="对象 146470">
            <a:extLst>
              <a:ext uri="{FF2B5EF4-FFF2-40B4-BE49-F238E27FC236}">
                <a16:creationId xmlns:a16="http://schemas.microsoft.com/office/drawing/2014/main" id="{E931D939-A442-57E0-D9A9-F8A3921344DE}"/>
              </a:ext>
            </a:extLst>
          </p:cNvPr>
          <p:cNvGraphicFramePr>
            <a:graphicFrameLocks/>
          </p:cNvGraphicFramePr>
          <p:nvPr/>
        </p:nvGraphicFramePr>
        <p:xfrm>
          <a:off x="381000" y="4876800"/>
          <a:ext cx="3005138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2" imgW="1066800" imgH="228600" progId="Equation.3">
                  <p:embed/>
                </p:oleObj>
              </mc:Choice>
              <mc:Fallback>
                <p:oleObj r:id="rId22" imgW="1066800" imgH="228600" progId="Equation.3">
                  <p:embed/>
                  <p:pic>
                    <p:nvPicPr>
                      <p:cNvPr id="146471" name="对象 146470">
                        <a:extLst>
                          <a:ext uri="{FF2B5EF4-FFF2-40B4-BE49-F238E27FC236}">
                            <a16:creationId xmlns:a16="http://schemas.microsoft.com/office/drawing/2014/main" id="{E931D939-A442-57E0-D9A9-F8A3921344D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4876800"/>
                        <a:ext cx="3005138" cy="563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6472" name="对象 146471">
            <a:extLst>
              <a:ext uri="{FF2B5EF4-FFF2-40B4-BE49-F238E27FC236}">
                <a16:creationId xmlns:a16="http://schemas.microsoft.com/office/drawing/2014/main" id="{0A3D4540-C336-2774-047B-D90FD0EB3EA0}"/>
              </a:ext>
            </a:extLst>
          </p:cNvPr>
          <p:cNvGraphicFramePr>
            <a:graphicFrameLocks/>
          </p:cNvGraphicFramePr>
          <p:nvPr/>
        </p:nvGraphicFramePr>
        <p:xfrm>
          <a:off x="381000" y="5562600"/>
          <a:ext cx="2968625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4" imgW="1053643" imgH="241195" progId="Equation.3">
                  <p:embed/>
                </p:oleObj>
              </mc:Choice>
              <mc:Fallback>
                <p:oleObj r:id="rId24" imgW="1053643" imgH="241195" progId="Equation.3">
                  <p:embed/>
                  <p:pic>
                    <p:nvPicPr>
                      <p:cNvPr id="146472" name="对象 146471">
                        <a:extLst>
                          <a:ext uri="{FF2B5EF4-FFF2-40B4-BE49-F238E27FC236}">
                            <a16:creationId xmlns:a16="http://schemas.microsoft.com/office/drawing/2014/main" id="{0A3D4540-C336-2774-047B-D90FD0EB3EA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5562600"/>
                        <a:ext cx="2968625" cy="59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6473" name="对象 146472">
            <a:extLst>
              <a:ext uri="{FF2B5EF4-FFF2-40B4-BE49-F238E27FC236}">
                <a16:creationId xmlns:a16="http://schemas.microsoft.com/office/drawing/2014/main" id="{C6294653-A8C2-FC64-E08B-2C32ABC9C5E7}"/>
              </a:ext>
            </a:extLst>
          </p:cNvPr>
          <p:cNvGraphicFramePr>
            <a:graphicFrameLocks/>
          </p:cNvGraphicFramePr>
          <p:nvPr/>
        </p:nvGraphicFramePr>
        <p:xfrm>
          <a:off x="8305800" y="1790700"/>
          <a:ext cx="779463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6" imgW="342603" imgH="406048" progId="Equation.3">
                  <p:embed/>
                </p:oleObj>
              </mc:Choice>
              <mc:Fallback>
                <p:oleObj r:id="rId26" imgW="342603" imgH="406048" progId="Equation.3">
                  <p:embed/>
                  <p:pic>
                    <p:nvPicPr>
                      <p:cNvPr id="146473" name="对象 146472">
                        <a:extLst>
                          <a:ext uri="{FF2B5EF4-FFF2-40B4-BE49-F238E27FC236}">
                            <a16:creationId xmlns:a16="http://schemas.microsoft.com/office/drawing/2014/main" id="{C6294653-A8C2-FC64-E08B-2C32ABC9C5E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05800" y="1790700"/>
                        <a:ext cx="779463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6474" name="圆角矩形标注 146473">
            <a:extLst>
              <a:ext uri="{FF2B5EF4-FFF2-40B4-BE49-F238E27FC236}">
                <a16:creationId xmlns:a16="http://schemas.microsoft.com/office/drawing/2014/main" id="{2AEB4655-F736-8944-A7B2-28E86F4535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91500" y="1752600"/>
            <a:ext cx="914400" cy="914400"/>
          </a:xfrm>
          <a:prstGeom prst="wedgeRoundRectCallout">
            <a:avLst>
              <a:gd name="adj1" fmla="val -110417"/>
              <a:gd name="adj2" fmla="val 97051"/>
              <a:gd name="adj3" fmla="val 16667"/>
            </a:avLst>
          </a:prstGeom>
          <a:noFill/>
          <a:ln w="9525">
            <a:solidFill>
              <a:srgbClr val="CC99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ctr" eaLnBrk="0" hangingPunct="0"/>
            <a:endParaRPr lang="zh-CN" altLang="en-US"/>
          </a:p>
        </p:txBody>
      </p:sp>
      <p:sp>
        <p:nvSpPr>
          <p:cNvPr id="146475" name="直接连接符 146474">
            <a:extLst>
              <a:ext uri="{FF2B5EF4-FFF2-40B4-BE49-F238E27FC236}">
                <a16:creationId xmlns:a16="http://schemas.microsoft.com/office/drawing/2014/main" id="{12F8D123-EDC4-A9E9-AF1B-DC4681501D8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553200" y="3048000"/>
            <a:ext cx="609600" cy="381000"/>
          </a:xfrm>
          <a:prstGeom prst="line">
            <a:avLst/>
          </a:prstGeom>
          <a:noFill/>
          <a:ln w="31750">
            <a:solidFill>
              <a:srgbClr val="FF0000"/>
            </a:solidFill>
            <a:round/>
            <a:headEnd/>
            <a:tailEnd type="arrow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46476" name="对象 146475">
            <a:extLst>
              <a:ext uri="{FF2B5EF4-FFF2-40B4-BE49-F238E27FC236}">
                <a16:creationId xmlns:a16="http://schemas.microsoft.com/office/drawing/2014/main" id="{DF81D889-97EC-F42D-6D3D-A33F98FB9918}"/>
              </a:ext>
            </a:extLst>
          </p:cNvPr>
          <p:cNvGraphicFramePr>
            <a:graphicFrameLocks/>
          </p:cNvGraphicFramePr>
          <p:nvPr/>
        </p:nvGraphicFramePr>
        <p:xfrm>
          <a:off x="6210300" y="2590800"/>
          <a:ext cx="533400" cy="50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8" imgW="241091" imgH="203024" progId="Equation.3">
                  <p:embed/>
                </p:oleObj>
              </mc:Choice>
              <mc:Fallback>
                <p:oleObj r:id="rId28" imgW="241091" imgH="203024" progId="Equation.3">
                  <p:embed/>
                  <p:pic>
                    <p:nvPicPr>
                      <p:cNvPr id="146476" name="对象 146475">
                        <a:extLst>
                          <a:ext uri="{FF2B5EF4-FFF2-40B4-BE49-F238E27FC236}">
                            <a16:creationId xmlns:a16="http://schemas.microsoft.com/office/drawing/2014/main" id="{DF81D889-97EC-F42D-6D3D-A33F98FB9918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10300" y="2590800"/>
                        <a:ext cx="533400" cy="500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6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64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64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64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64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146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9" dur="500"/>
                                        <p:tgtEl>
                                          <p:spTgt spid="146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146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46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3" dur="500"/>
                                        <p:tgtEl>
                                          <p:spTgt spid="146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464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464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4" dur="500"/>
                                        <p:tgtEl>
                                          <p:spTgt spid="146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146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1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3" dur="500"/>
                                        <p:tgtEl>
                                          <p:spTgt spid="146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8" dur="500"/>
                                        <p:tgtEl>
                                          <p:spTgt spid="146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3" dur="500"/>
                                        <p:tgtEl>
                                          <p:spTgt spid="146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8" dur="500"/>
                                        <p:tgtEl>
                                          <p:spTgt spid="146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6457" grpId="0"/>
      <p:bldP spid="146458" grpId="0"/>
      <p:bldP spid="146460" grpId="0"/>
      <p:bldP spid="14647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141" name="Text Box 5">
            <a:extLst>
              <a:ext uri="{FF2B5EF4-FFF2-40B4-BE49-F238E27FC236}">
                <a16:creationId xmlns:a16="http://schemas.microsoft.com/office/drawing/2014/main" id="{600F9472-FAB2-4EF0-A551-A1E190D638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576" y="549830"/>
            <a:ext cx="7416824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例 </a:t>
            </a:r>
            <a:r>
              <a:rPr lang="zh-CN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一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球形电容器，内外球的半径分别为 </a:t>
            </a:r>
            <a:r>
              <a:rPr lang="en-US" altLang="zh-CN" sz="2800" i="1" dirty="0"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sz="2800" baseline="-25000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1 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和 </a:t>
            </a:r>
            <a:r>
              <a:rPr lang="en-US" altLang="zh-CN" sz="2800" i="1" dirty="0"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sz="2800" baseline="-25000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2 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，两球间充满相对介电常量为 </a:t>
            </a:r>
            <a:r>
              <a:rPr lang="zh-CN" altLang="en-US" sz="2800" i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</a:t>
            </a:r>
            <a:r>
              <a:rPr lang="en-US" altLang="zh-CN" sz="2800" i="1" baseline="-25000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r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的电介质，求此电容器带有电量</a:t>
            </a:r>
            <a:r>
              <a:rPr lang="en-US" altLang="zh-CN" sz="2800" i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Q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时所储存的电能。</a:t>
            </a:r>
          </a:p>
        </p:txBody>
      </p:sp>
      <p:sp>
        <p:nvSpPr>
          <p:cNvPr id="859148" name="Text Box 12">
            <a:extLst>
              <a:ext uri="{FF2B5EF4-FFF2-40B4-BE49-F238E27FC236}">
                <a16:creationId xmlns:a16="http://schemas.microsoft.com/office/drawing/2014/main" id="{A845576C-E8EF-4859-A496-E65BA50473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576" y="2206921"/>
            <a:ext cx="800100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10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解：</a:t>
            </a:r>
            <a:endParaRPr lang="zh-CN" altLang="en-US" sz="2100" dirty="0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859150" name="Object 14">
            <a:extLst>
              <a:ext uri="{FF2B5EF4-FFF2-40B4-BE49-F238E27FC236}">
                <a16:creationId xmlns:a16="http://schemas.microsoft.com/office/drawing/2014/main" id="{D1653537-11F5-40E6-A170-E54DAC5C465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0689445"/>
              </p:ext>
            </p:extLst>
          </p:nvPr>
        </p:nvGraphicFramePr>
        <p:xfrm>
          <a:off x="1574261" y="3094983"/>
          <a:ext cx="1637110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901440" imgH="431640" progId="Equation.3">
                  <p:embed/>
                </p:oleObj>
              </mc:Choice>
              <mc:Fallback>
                <p:oleObj name="公式" r:id="rId2" imgW="901440" imgH="431640" progId="Equation.3">
                  <p:embed/>
                  <p:pic>
                    <p:nvPicPr>
                      <p:cNvPr id="859150" name="Object 14">
                        <a:extLst>
                          <a:ext uri="{FF2B5EF4-FFF2-40B4-BE49-F238E27FC236}">
                            <a16:creationId xmlns:a16="http://schemas.microsoft.com/office/drawing/2014/main" id="{D1653537-11F5-40E6-A170-E54DAC5C465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lum bright="-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4261" y="3094983"/>
                        <a:ext cx="1637110" cy="781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>
                        <a:outerShdw dist="35921" dir="2700000" algn="ctr" rotWithShape="0">
                          <a:srgbClr val="808080"/>
                        </a:outerShdw>
                      </a:effectLst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9151" name="Object 15">
            <a:extLst>
              <a:ext uri="{FF2B5EF4-FFF2-40B4-BE49-F238E27FC236}">
                <a16:creationId xmlns:a16="http://schemas.microsoft.com/office/drawing/2014/main" id="{F53AE9B5-039F-48B6-966A-2B23AD3A647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223615"/>
              </p:ext>
            </p:extLst>
          </p:nvPr>
        </p:nvGraphicFramePr>
        <p:xfrm>
          <a:off x="1347788" y="3998045"/>
          <a:ext cx="3170635" cy="8989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612800" imgH="457200" progId="Equation.3">
                  <p:embed/>
                </p:oleObj>
              </mc:Choice>
              <mc:Fallback>
                <p:oleObj name="公式" r:id="rId4" imgW="1612800" imgH="457200" progId="Equation.3">
                  <p:embed/>
                  <p:pic>
                    <p:nvPicPr>
                      <p:cNvPr id="859151" name="Object 15">
                        <a:extLst>
                          <a:ext uri="{FF2B5EF4-FFF2-40B4-BE49-F238E27FC236}">
                            <a16:creationId xmlns:a16="http://schemas.microsoft.com/office/drawing/2014/main" id="{F53AE9B5-039F-48B6-966A-2B23AD3A647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lum bright="-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7788" y="3998045"/>
                        <a:ext cx="3170635" cy="8989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9159" name="Object 23">
            <a:extLst>
              <a:ext uri="{FF2B5EF4-FFF2-40B4-BE49-F238E27FC236}">
                <a16:creationId xmlns:a16="http://schemas.microsoft.com/office/drawing/2014/main" id="{7AC1A210-000A-4F0D-8B99-C4F59947CB8C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20626666"/>
              </p:ext>
            </p:extLst>
          </p:nvPr>
        </p:nvGraphicFramePr>
        <p:xfrm>
          <a:off x="1732956" y="2201446"/>
          <a:ext cx="120015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672840" imgH="431640" progId="Equation.3">
                  <p:embed/>
                </p:oleObj>
              </mc:Choice>
              <mc:Fallback>
                <p:oleObj name="公式" r:id="rId6" imgW="672840" imgH="431640" progId="Equation.3">
                  <p:embed/>
                  <p:pic>
                    <p:nvPicPr>
                      <p:cNvPr id="859159" name="Object 23">
                        <a:extLst>
                          <a:ext uri="{FF2B5EF4-FFF2-40B4-BE49-F238E27FC236}">
                            <a16:creationId xmlns:a16="http://schemas.microsoft.com/office/drawing/2014/main" id="{7AC1A210-000A-4F0D-8B99-C4F59947CB8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lum bright="-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2956" y="2201446"/>
                        <a:ext cx="1200150" cy="771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>
                        <a:outerShdw dist="35921" dir="2700000" algn="ctr" rotWithShape="0">
                          <a:srgbClr val="808080"/>
                        </a:outerShdw>
                      </a:effectLst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59162" name="Group 26">
            <a:extLst>
              <a:ext uri="{FF2B5EF4-FFF2-40B4-BE49-F238E27FC236}">
                <a16:creationId xmlns:a16="http://schemas.microsoft.com/office/drawing/2014/main" id="{61022517-1EC0-468A-BB60-39FA16280731}"/>
              </a:ext>
            </a:extLst>
          </p:cNvPr>
          <p:cNvGrpSpPr>
            <a:grpSpLocks/>
          </p:cNvGrpSpPr>
          <p:nvPr/>
        </p:nvGrpSpPr>
        <p:grpSpPr bwMode="auto">
          <a:xfrm>
            <a:off x="6372200" y="2365752"/>
            <a:ext cx="1943100" cy="1943100"/>
            <a:chOff x="3648" y="1248"/>
            <a:chExt cx="1632" cy="1536"/>
          </a:xfrm>
        </p:grpSpPr>
        <p:sp>
          <p:nvSpPr>
            <p:cNvPr id="859163" name="AutoShape 27">
              <a:extLst>
                <a:ext uri="{FF2B5EF4-FFF2-40B4-BE49-F238E27FC236}">
                  <a16:creationId xmlns:a16="http://schemas.microsoft.com/office/drawing/2014/main" id="{D424EC7B-F30B-439D-8D94-744346DEAF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1248"/>
              <a:ext cx="1632" cy="1536"/>
            </a:xfrm>
            <a:custGeom>
              <a:avLst/>
              <a:gdLst>
                <a:gd name="G0" fmla="+- 5400 0 0"/>
                <a:gd name="G1" fmla="+- 21600 0 5400"/>
                <a:gd name="G2" fmla="+- 21600 0 5400"/>
                <a:gd name="G3" fmla="*/ G0 2929 10000"/>
                <a:gd name="G4" fmla="+- 21600 0 G3"/>
                <a:gd name="G5" fmla="+- 21600 0 G3"/>
                <a:gd name="T0" fmla="*/ 10800 w 21600"/>
                <a:gd name="T1" fmla="*/ 0 h 21600"/>
                <a:gd name="T2" fmla="*/ 3163 w 21600"/>
                <a:gd name="T3" fmla="*/ 3163 h 21600"/>
                <a:gd name="T4" fmla="*/ 0 w 21600"/>
                <a:gd name="T5" fmla="*/ 10800 h 21600"/>
                <a:gd name="T6" fmla="*/ 3163 w 21600"/>
                <a:gd name="T7" fmla="*/ 18437 h 21600"/>
                <a:gd name="T8" fmla="*/ 10800 w 21600"/>
                <a:gd name="T9" fmla="*/ 21600 h 21600"/>
                <a:gd name="T10" fmla="*/ 18437 w 21600"/>
                <a:gd name="T11" fmla="*/ 18437 h 21600"/>
                <a:gd name="T12" fmla="*/ 21600 w 21600"/>
                <a:gd name="T13" fmla="*/ 10800 h 21600"/>
                <a:gd name="T14" fmla="*/ 18437 w 21600"/>
                <a:gd name="T15" fmla="*/ 3163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5400" y="10800"/>
                  </a:moveTo>
                  <a:cubicBezTo>
                    <a:pt x="5400" y="13782"/>
                    <a:pt x="7818" y="16200"/>
                    <a:pt x="10800" y="16200"/>
                  </a:cubicBezTo>
                  <a:cubicBezTo>
                    <a:pt x="13782" y="16200"/>
                    <a:pt x="16200" y="13782"/>
                    <a:pt x="16200" y="10800"/>
                  </a:cubicBezTo>
                  <a:cubicBezTo>
                    <a:pt x="16200" y="7818"/>
                    <a:pt x="13782" y="5400"/>
                    <a:pt x="10800" y="5400"/>
                  </a:cubicBezTo>
                  <a:cubicBezTo>
                    <a:pt x="7818" y="5400"/>
                    <a:pt x="5400" y="7818"/>
                    <a:pt x="5400" y="10800"/>
                  </a:cubicBezTo>
                  <a:close/>
                </a:path>
              </a:pathLst>
            </a:custGeom>
            <a:pattFill prst="trellis">
              <a:fgClr>
                <a:srgbClr val="33CCCC"/>
              </a:fgClr>
              <a:bgClr>
                <a:schemeClr val="bg1"/>
              </a:bgClr>
            </a:pattFill>
            <a:ln w="22225">
              <a:solidFill>
                <a:srgbClr val="00FFFF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859164" name="Line 28">
              <a:extLst>
                <a:ext uri="{FF2B5EF4-FFF2-40B4-BE49-F238E27FC236}">
                  <a16:creationId xmlns:a16="http://schemas.microsoft.com/office/drawing/2014/main" id="{868D3247-8208-4F89-A776-5FB5805054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4" y="1968"/>
              <a:ext cx="816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859165" name="Line 29">
              <a:extLst>
                <a:ext uri="{FF2B5EF4-FFF2-40B4-BE49-F238E27FC236}">
                  <a16:creationId xmlns:a16="http://schemas.microsoft.com/office/drawing/2014/main" id="{D24FA360-48DA-4E83-9BFB-F13F6135869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76" y="1968"/>
              <a:ext cx="288" cy="288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859166" name="Rectangle 30">
              <a:extLst>
                <a:ext uri="{FF2B5EF4-FFF2-40B4-BE49-F238E27FC236}">
                  <a16:creationId xmlns:a16="http://schemas.microsoft.com/office/drawing/2014/main" id="{A135C751-E76D-42BE-9F59-2F68697440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0" y="1728"/>
              <a:ext cx="307" cy="2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500" i="1"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sz="1500" baseline="-25000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2</a:t>
              </a:r>
              <a:endParaRPr lang="en-US" altLang="zh-CN" sz="1350" baseline="-2500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859167" name="Rectangle 31">
              <a:extLst>
                <a:ext uri="{FF2B5EF4-FFF2-40B4-BE49-F238E27FC236}">
                  <a16:creationId xmlns:a16="http://schemas.microsoft.com/office/drawing/2014/main" id="{D2E4FF09-88AA-4F59-B3C3-D536D902C5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0" y="1920"/>
              <a:ext cx="307" cy="2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500" i="1"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sz="1500" baseline="-25000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1</a:t>
              </a:r>
              <a:endParaRPr lang="en-US" altLang="zh-CN" sz="1350" baseline="-2500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</p:grpSp>
      <p:sp>
        <p:nvSpPr>
          <p:cNvPr id="859168" name="Oval 32">
            <a:extLst>
              <a:ext uri="{FF2B5EF4-FFF2-40B4-BE49-F238E27FC236}">
                <a16:creationId xmlns:a16="http://schemas.microsoft.com/office/drawing/2014/main" id="{A398C144-F245-437F-8867-67EE7AC570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0800" y="2597924"/>
            <a:ext cx="1485900" cy="1485900"/>
          </a:xfrm>
          <a:prstGeom prst="ellipse">
            <a:avLst/>
          </a:prstGeom>
          <a:noFill/>
          <a:ln w="28575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graphicFrame>
        <p:nvGraphicFramePr>
          <p:cNvPr id="860165" name="Object 5">
            <a:extLst>
              <a:ext uri="{FF2B5EF4-FFF2-40B4-BE49-F238E27FC236}">
                <a16:creationId xmlns:a16="http://schemas.microsoft.com/office/drawing/2014/main" id="{4F83C77C-2216-431C-9B97-49910D27018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3663737"/>
              </p:ext>
            </p:extLst>
          </p:nvPr>
        </p:nvGraphicFramePr>
        <p:xfrm>
          <a:off x="561439" y="4994652"/>
          <a:ext cx="8605939" cy="11741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3543120" imgH="482400" progId="Equation.3">
                  <p:embed/>
                </p:oleObj>
              </mc:Choice>
              <mc:Fallback>
                <p:oleObj name="公式" r:id="rId8" imgW="3543120" imgH="482400" progId="Equation.3">
                  <p:embed/>
                  <p:pic>
                    <p:nvPicPr>
                      <p:cNvPr id="860165" name="Object 5">
                        <a:extLst>
                          <a:ext uri="{FF2B5EF4-FFF2-40B4-BE49-F238E27FC236}">
                            <a16:creationId xmlns:a16="http://schemas.microsoft.com/office/drawing/2014/main" id="{4F83C77C-2216-431C-9B97-49910D27018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lum bright="-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1439" y="4994652"/>
                        <a:ext cx="8605939" cy="117417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9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859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9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591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591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9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591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591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9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591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591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9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591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591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9148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0176" name="Group 16">
            <a:extLst>
              <a:ext uri="{FF2B5EF4-FFF2-40B4-BE49-F238E27FC236}">
                <a16:creationId xmlns:a16="http://schemas.microsoft.com/office/drawing/2014/main" id="{80453A55-C27D-40A7-8F27-A357978FBD25}"/>
              </a:ext>
            </a:extLst>
          </p:cNvPr>
          <p:cNvGrpSpPr>
            <a:grpSpLocks/>
          </p:cNvGrpSpPr>
          <p:nvPr/>
        </p:nvGrpSpPr>
        <p:grpSpPr bwMode="auto">
          <a:xfrm>
            <a:off x="5715000" y="3086100"/>
            <a:ext cx="1943100" cy="1943100"/>
            <a:chOff x="3744" y="2016"/>
            <a:chExt cx="1632" cy="1632"/>
          </a:xfrm>
        </p:grpSpPr>
        <p:grpSp>
          <p:nvGrpSpPr>
            <p:cNvPr id="860169" name="Group 9">
              <a:extLst>
                <a:ext uri="{FF2B5EF4-FFF2-40B4-BE49-F238E27FC236}">
                  <a16:creationId xmlns:a16="http://schemas.microsoft.com/office/drawing/2014/main" id="{6CDC3024-6F23-417C-89B4-123DA5AFC30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44" y="2016"/>
              <a:ext cx="1632" cy="1632"/>
              <a:chOff x="3648" y="1248"/>
              <a:chExt cx="1632" cy="1536"/>
            </a:xfrm>
          </p:grpSpPr>
          <p:sp>
            <p:nvSpPr>
              <p:cNvPr id="860170" name="AutoShape 10">
                <a:extLst>
                  <a:ext uri="{FF2B5EF4-FFF2-40B4-BE49-F238E27FC236}">
                    <a16:creationId xmlns:a16="http://schemas.microsoft.com/office/drawing/2014/main" id="{C3F1C80B-550A-42D0-8FA5-17A2224998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48" y="1248"/>
                <a:ext cx="1632" cy="1536"/>
              </a:xfrm>
              <a:custGeom>
                <a:avLst/>
                <a:gdLst>
                  <a:gd name="G0" fmla="+- 5400 0 0"/>
                  <a:gd name="G1" fmla="+- 21600 0 5400"/>
                  <a:gd name="G2" fmla="+- 21600 0 5400"/>
                  <a:gd name="G3" fmla="*/ G0 2929 10000"/>
                  <a:gd name="G4" fmla="+- 21600 0 G3"/>
                  <a:gd name="G5" fmla="+- 21600 0 G3"/>
                  <a:gd name="T0" fmla="*/ 10800 w 21600"/>
                  <a:gd name="T1" fmla="*/ 0 h 21600"/>
                  <a:gd name="T2" fmla="*/ 3163 w 21600"/>
                  <a:gd name="T3" fmla="*/ 3163 h 21600"/>
                  <a:gd name="T4" fmla="*/ 0 w 21600"/>
                  <a:gd name="T5" fmla="*/ 10800 h 21600"/>
                  <a:gd name="T6" fmla="*/ 3163 w 21600"/>
                  <a:gd name="T7" fmla="*/ 18437 h 21600"/>
                  <a:gd name="T8" fmla="*/ 10800 w 21600"/>
                  <a:gd name="T9" fmla="*/ 21600 h 21600"/>
                  <a:gd name="T10" fmla="*/ 18437 w 21600"/>
                  <a:gd name="T11" fmla="*/ 18437 h 21600"/>
                  <a:gd name="T12" fmla="*/ 21600 w 21600"/>
                  <a:gd name="T13" fmla="*/ 10800 h 21600"/>
                  <a:gd name="T14" fmla="*/ 18437 w 21600"/>
                  <a:gd name="T15" fmla="*/ 3163 h 21600"/>
                  <a:gd name="T16" fmla="*/ 3163 w 21600"/>
                  <a:gd name="T17" fmla="*/ 3163 h 21600"/>
                  <a:gd name="T18" fmla="*/ 18437 w 21600"/>
                  <a:gd name="T19" fmla="*/ 18437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T16" t="T17" r="T18" b="T19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5400" y="10800"/>
                    </a:moveTo>
                    <a:cubicBezTo>
                      <a:pt x="5400" y="13782"/>
                      <a:pt x="7818" y="16200"/>
                      <a:pt x="10800" y="16200"/>
                    </a:cubicBezTo>
                    <a:cubicBezTo>
                      <a:pt x="13782" y="16200"/>
                      <a:pt x="16200" y="13782"/>
                      <a:pt x="16200" y="10800"/>
                    </a:cubicBezTo>
                    <a:cubicBezTo>
                      <a:pt x="16200" y="7818"/>
                      <a:pt x="13782" y="5400"/>
                      <a:pt x="10800" y="5400"/>
                    </a:cubicBezTo>
                    <a:cubicBezTo>
                      <a:pt x="7818" y="5400"/>
                      <a:pt x="5400" y="7818"/>
                      <a:pt x="5400" y="10800"/>
                    </a:cubicBezTo>
                    <a:close/>
                  </a:path>
                </a:pathLst>
              </a:custGeom>
              <a:pattFill prst="trellis">
                <a:fgClr>
                  <a:srgbClr val="33CCCC"/>
                </a:fgClr>
                <a:bgClr>
                  <a:schemeClr val="bg1"/>
                </a:bgClr>
              </a:pattFill>
              <a:ln w="22225">
                <a:solidFill>
                  <a:srgbClr val="00FFFF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860171" name="Line 11">
                <a:extLst>
                  <a:ext uri="{FF2B5EF4-FFF2-40B4-BE49-F238E27FC236}">
                    <a16:creationId xmlns:a16="http://schemas.microsoft.com/office/drawing/2014/main" id="{172CE45A-8AA5-4E41-8EBA-AE001C4DD33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64" y="1968"/>
                <a:ext cx="816" cy="0"/>
              </a:xfrm>
              <a:prstGeom prst="line">
                <a:avLst/>
              </a:prstGeom>
              <a:noFill/>
              <a:ln w="28575">
                <a:solidFill>
                  <a:srgbClr val="FF33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860172" name="Line 12">
                <a:extLst>
                  <a:ext uri="{FF2B5EF4-FFF2-40B4-BE49-F238E27FC236}">
                    <a16:creationId xmlns:a16="http://schemas.microsoft.com/office/drawing/2014/main" id="{4D4DBA84-48A2-4E97-AC0C-F596BE9D3B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176" y="1968"/>
                <a:ext cx="288" cy="288"/>
              </a:xfrm>
              <a:prstGeom prst="line">
                <a:avLst/>
              </a:prstGeom>
              <a:noFill/>
              <a:ln w="28575">
                <a:solidFill>
                  <a:srgbClr val="FF33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860173" name="Rectangle 13">
                <a:extLst>
                  <a:ext uri="{FF2B5EF4-FFF2-40B4-BE49-F238E27FC236}">
                    <a16:creationId xmlns:a16="http://schemas.microsoft.com/office/drawing/2014/main" id="{B446EB93-EB3F-4615-87A2-34199E0B07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00" y="1728"/>
                <a:ext cx="307" cy="25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1500" i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R</a:t>
                </a:r>
                <a:r>
                  <a:rPr lang="en-US" altLang="zh-CN" sz="1500" baseline="-25000"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2</a:t>
                </a:r>
                <a:endParaRPr lang="en-US" altLang="zh-CN" sz="1350" baseline="-25000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860174" name="Rectangle 14">
                <a:extLst>
                  <a:ext uri="{FF2B5EF4-FFF2-40B4-BE49-F238E27FC236}">
                    <a16:creationId xmlns:a16="http://schemas.microsoft.com/office/drawing/2014/main" id="{C77D532F-DFE8-4F41-B1EA-ADBB8A5D89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80" y="1920"/>
                <a:ext cx="307" cy="25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1500" i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R</a:t>
                </a:r>
                <a:r>
                  <a:rPr lang="en-US" altLang="zh-CN" sz="1500" baseline="-25000"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1</a:t>
                </a:r>
                <a:endParaRPr lang="en-US" altLang="zh-CN" sz="1350" baseline="-25000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endParaRPr>
              </a:p>
            </p:txBody>
          </p:sp>
        </p:grpSp>
        <p:sp>
          <p:nvSpPr>
            <p:cNvPr id="860175" name="Oval 15">
              <a:extLst>
                <a:ext uri="{FF2B5EF4-FFF2-40B4-BE49-F238E27FC236}">
                  <a16:creationId xmlns:a16="http://schemas.microsoft.com/office/drawing/2014/main" id="{E6E66C41-4EC7-477E-A865-41A3D6240C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" y="2208"/>
              <a:ext cx="1248" cy="1248"/>
            </a:xfrm>
            <a:prstGeom prst="ellipse">
              <a:avLst/>
            </a:prstGeom>
            <a:noFill/>
            <a:ln w="28575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</p:grpSp>
      <p:sp>
        <p:nvSpPr>
          <p:cNvPr id="860177" name="AutoShape 17">
            <a:extLst>
              <a:ext uri="{FF2B5EF4-FFF2-40B4-BE49-F238E27FC236}">
                <a16:creationId xmlns:a16="http://schemas.microsoft.com/office/drawing/2014/main" id="{87750BDD-7AC3-4215-A91A-5EEDB13D66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3314700"/>
            <a:ext cx="1485900" cy="1485900"/>
          </a:xfrm>
          <a:custGeom>
            <a:avLst/>
            <a:gdLst>
              <a:gd name="G0" fmla="+- 1662 0 0"/>
              <a:gd name="G1" fmla="+- 21600 0 1662"/>
              <a:gd name="G2" fmla="+- 21600 0 1662"/>
              <a:gd name="G3" fmla="*/ G0 2929 10000"/>
              <a:gd name="G4" fmla="+- 21600 0 G3"/>
              <a:gd name="G5" fmla="+- 21600 0 G3"/>
              <a:gd name="T0" fmla="*/ 10800 w 21600"/>
              <a:gd name="T1" fmla="*/ 0 h 21600"/>
              <a:gd name="T2" fmla="*/ 3163 w 21600"/>
              <a:gd name="T3" fmla="*/ 3163 h 21600"/>
              <a:gd name="T4" fmla="*/ 0 w 21600"/>
              <a:gd name="T5" fmla="*/ 10800 h 21600"/>
              <a:gd name="T6" fmla="*/ 3163 w 21600"/>
              <a:gd name="T7" fmla="*/ 18437 h 21600"/>
              <a:gd name="T8" fmla="*/ 10800 w 21600"/>
              <a:gd name="T9" fmla="*/ 21600 h 21600"/>
              <a:gd name="T10" fmla="*/ 18437 w 21600"/>
              <a:gd name="T11" fmla="*/ 18437 h 21600"/>
              <a:gd name="T12" fmla="*/ 21600 w 21600"/>
              <a:gd name="T13" fmla="*/ 10800 h 21600"/>
              <a:gd name="T14" fmla="*/ 18437 w 21600"/>
              <a:gd name="T15" fmla="*/ 3163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662" y="10800"/>
                </a:moveTo>
                <a:cubicBezTo>
                  <a:pt x="1662" y="15847"/>
                  <a:pt x="5753" y="19938"/>
                  <a:pt x="10800" y="19938"/>
                </a:cubicBezTo>
                <a:cubicBezTo>
                  <a:pt x="15847" y="19938"/>
                  <a:pt x="19938" y="15847"/>
                  <a:pt x="19938" y="10800"/>
                </a:cubicBezTo>
                <a:cubicBezTo>
                  <a:pt x="19938" y="5753"/>
                  <a:pt x="15847" y="1662"/>
                  <a:pt x="10800" y="1662"/>
                </a:cubicBezTo>
                <a:cubicBezTo>
                  <a:pt x="5753" y="1662"/>
                  <a:pt x="1662" y="5753"/>
                  <a:pt x="1662" y="10800"/>
                </a:cubicBez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860179" name="Rectangle 19">
            <a:extLst>
              <a:ext uri="{FF2B5EF4-FFF2-40B4-BE49-F238E27FC236}">
                <a16:creationId xmlns:a16="http://schemas.microsoft.com/office/drawing/2014/main" id="{69F512EE-891B-448D-99CC-4EFCA95FA8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8" y="548680"/>
            <a:ext cx="12859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/>
            <a:r>
              <a:rPr lang="zh-CN" altLang="en-US" sz="3200" dirty="0">
                <a:solidFill>
                  <a:schemeClr val="hlink"/>
                </a:solidFill>
                <a:latin typeface="Times New Roman" panose="02020603050405020304" pitchFamily="18" charset="0"/>
              </a:rPr>
              <a:t>另解：</a:t>
            </a:r>
            <a:endParaRPr lang="zh-CN" altLang="en-US" sz="3200" dirty="0">
              <a:solidFill>
                <a:srgbClr val="FF66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860180" name="Object 20">
            <a:extLst>
              <a:ext uri="{FF2B5EF4-FFF2-40B4-BE49-F238E27FC236}">
                <a16:creationId xmlns:a16="http://schemas.microsoft.com/office/drawing/2014/main" id="{866DCFBB-6BA0-463E-BD9E-0C421C7B696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366849"/>
              </p:ext>
            </p:extLst>
          </p:nvPr>
        </p:nvGraphicFramePr>
        <p:xfrm>
          <a:off x="1252584" y="1484784"/>
          <a:ext cx="4682775" cy="12241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739880" imgH="457200" progId="Equation.3">
                  <p:embed/>
                </p:oleObj>
              </mc:Choice>
              <mc:Fallback>
                <p:oleObj name="公式" r:id="rId2" imgW="1739880" imgH="457200" progId="Equation.3">
                  <p:embed/>
                  <p:pic>
                    <p:nvPicPr>
                      <p:cNvPr id="860180" name="Object 20">
                        <a:extLst>
                          <a:ext uri="{FF2B5EF4-FFF2-40B4-BE49-F238E27FC236}">
                            <a16:creationId xmlns:a16="http://schemas.microsoft.com/office/drawing/2014/main" id="{866DCFBB-6BA0-463E-BD9E-0C421C7B696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lum bright="-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2584" y="1484784"/>
                        <a:ext cx="4682775" cy="122413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181" name="Object 21">
            <a:extLst>
              <a:ext uri="{FF2B5EF4-FFF2-40B4-BE49-F238E27FC236}">
                <a16:creationId xmlns:a16="http://schemas.microsoft.com/office/drawing/2014/main" id="{9C23FCA7-ADF4-4C46-B4AB-82A83E2392F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9180101"/>
              </p:ext>
            </p:extLst>
          </p:nvPr>
        </p:nvGraphicFramePr>
        <p:xfrm>
          <a:off x="1835696" y="486219"/>
          <a:ext cx="2304256" cy="9672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028520" imgH="431640" progId="Equation.3">
                  <p:embed/>
                </p:oleObj>
              </mc:Choice>
              <mc:Fallback>
                <p:oleObj name="公式" r:id="rId4" imgW="1028520" imgH="431640" progId="Equation.3">
                  <p:embed/>
                  <p:pic>
                    <p:nvPicPr>
                      <p:cNvPr id="860181" name="Object 21">
                        <a:extLst>
                          <a:ext uri="{FF2B5EF4-FFF2-40B4-BE49-F238E27FC236}">
                            <a16:creationId xmlns:a16="http://schemas.microsoft.com/office/drawing/2014/main" id="{9C23FCA7-ADF4-4C46-B4AB-82A83E2392F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lum bright="-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696" y="486219"/>
                        <a:ext cx="2304256" cy="9672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601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601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601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601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601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601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601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601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0179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ext Box 2">
            <a:extLst>
              <a:ext uri="{FF2B5EF4-FFF2-40B4-BE49-F238E27FC236}">
                <a16:creationId xmlns:a16="http://schemas.microsoft.com/office/drawing/2014/main" id="{085F831E-3030-4A94-B8B5-E08A738BEC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510" y="450191"/>
            <a:ext cx="6263879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1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 :  求半径为</a:t>
            </a:r>
            <a:r>
              <a:rPr lang="zh-CN" altLang="en-US" sz="2100" b="1" dirty="0">
                <a:solidFill>
                  <a:srgbClr val="000099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sz="2100" b="1" i="1" dirty="0">
                <a:solidFill>
                  <a:srgbClr val="FF0000"/>
                </a:solidFill>
                <a:ea typeface="华文中宋" panose="02010600040101010101" pitchFamily="2" charset="-122"/>
              </a:rPr>
              <a:t>R</a:t>
            </a:r>
            <a:r>
              <a:rPr lang="en-US" altLang="zh-CN" sz="2100" b="1" dirty="0">
                <a:solidFill>
                  <a:srgbClr val="FF0000"/>
                </a:solidFill>
                <a:ea typeface="华文中宋" panose="02010600040101010101" pitchFamily="2" charset="-122"/>
              </a:rPr>
              <a:t> </a:t>
            </a:r>
            <a:r>
              <a:rPr lang="en-US" altLang="zh-CN" sz="2100" b="1" dirty="0">
                <a:solidFill>
                  <a:srgbClr val="000066"/>
                </a:solidFill>
                <a:ea typeface="黑体" panose="02010609060101010101" pitchFamily="49" charset="-122"/>
              </a:rPr>
              <a:t>、</a:t>
            </a:r>
            <a:r>
              <a:rPr lang="zh-CN" altLang="en-US" sz="2100" b="1" dirty="0">
                <a:solidFill>
                  <a:srgbClr val="000066"/>
                </a:solidFill>
                <a:ea typeface="黑体" panose="02010609060101010101" pitchFamily="49" charset="-122"/>
              </a:rPr>
              <a:t>带</a:t>
            </a:r>
            <a:r>
              <a:rPr lang="zh-CN" altLang="en-US" sz="2100" b="1" dirty="0">
                <a:solidFill>
                  <a:srgbClr val="000066"/>
                </a:solidFill>
                <a:latin typeface="华文中宋" panose="02010600040101010101" pitchFamily="2" charset="-122"/>
                <a:ea typeface="黑体" panose="02010609060101010101" pitchFamily="49" charset="-122"/>
              </a:rPr>
              <a:t>电量为</a:t>
            </a:r>
            <a:r>
              <a:rPr lang="zh-CN" altLang="en-US" sz="2100" b="1" dirty="0">
                <a:solidFill>
                  <a:srgbClr val="000099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sz="2100" b="1" i="1" dirty="0">
                <a:solidFill>
                  <a:srgbClr val="FF0000"/>
                </a:solidFill>
                <a:ea typeface="华文中宋" panose="02010600040101010101" pitchFamily="2" charset="-122"/>
              </a:rPr>
              <a:t>q </a:t>
            </a:r>
            <a:r>
              <a:rPr lang="zh-CN" altLang="en-US" sz="21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lang="zh-CN" altLang="en-US" sz="21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均匀带电球体</a:t>
            </a:r>
            <a:r>
              <a:rPr lang="zh-CN" altLang="en-US" sz="21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的静电能。</a:t>
            </a:r>
            <a:endParaRPr lang="zh-CN" altLang="en-US" sz="2100" dirty="0">
              <a:solidFill>
                <a:srgbClr val="000066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38915" name="Object 3">
            <a:extLst>
              <a:ext uri="{FF2B5EF4-FFF2-40B4-BE49-F238E27FC236}">
                <a16:creationId xmlns:a16="http://schemas.microsoft.com/office/drawing/2014/main" id="{B983651E-4A98-418A-A218-EC44585D92B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23136" y="1714501"/>
          <a:ext cx="1820465" cy="7989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565360" imgH="1002960" progId="Equation.3">
                  <p:embed/>
                </p:oleObj>
              </mc:Choice>
              <mc:Fallback>
                <p:oleObj name="公式" r:id="rId2" imgW="2565360" imgH="1002960" progId="Equation.3">
                  <p:embed/>
                  <p:pic>
                    <p:nvPicPr>
                      <p:cNvPr id="38915" name="Object 3">
                        <a:extLst>
                          <a:ext uri="{FF2B5EF4-FFF2-40B4-BE49-F238E27FC236}">
                            <a16:creationId xmlns:a16="http://schemas.microsoft.com/office/drawing/2014/main" id="{B983651E-4A98-418A-A218-EC44585D92B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3136" y="1714501"/>
                        <a:ext cx="1820465" cy="79891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16" name="Object 4">
            <a:extLst>
              <a:ext uri="{FF2B5EF4-FFF2-40B4-BE49-F238E27FC236}">
                <a16:creationId xmlns:a16="http://schemas.microsoft.com/office/drawing/2014/main" id="{16204B93-6E7C-4DD4-ABFC-6989A396CC8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07656" y="2456260"/>
          <a:ext cx="1782366" cy="8036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590560" imgH="1028520" progId="Equation.3">
                  <p:embed/>
                </p:oleObj>
              </mc:Choice>
              <mc:Fallback>
                <p:oleObj name="公式" r:id="rId4" imgW="2590560" imgH="1028520" progId="Equation.3">
                  <p:embed/>
                  <p:pic>
                    <p:nvPicPr>
                      <p:cNvPr id="38916" name="Object 4">
                        <a:extLst>
                          <a:ext uri="{FF2B5EF4-FFF2-40B4-BE49-F238E27FC236}">
                            <a16:creationId xmlns:a16="http://schemas.microsoft.com/office/drawing/2014/main" id="{16204B93-6E7C-4DD4-ABFC-6989A396CC8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07656" y="2456260"/>
                        <a:ext cx="1782366" cy="80367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17" name="Object 5">
            <a:extLst>
              <a:ext uri="{FF2B5EF4-FFF2-40B4-BE49-F238E27FC236}">
                <a16:creationId xmlns:a16="http://schemas.microsoft.com/office/drawing/2014/main" id="{3C47B9EB-0836-4509-BCA8-737910206CC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3888766"/>
              </p:ext>
            </p:extLst>
          </p:nvPr>
        </p:nvGraphicFramePr>
        <p:xfrm>
          <a:off x="467544" y="4137735"/>
          <a:ext cx="7440465" cy="9428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8001000" imgH="977760" progId="Equation.3">
                  <p:embed/>
                </p:oleObj>
              </mc:Choice>
              <mc:Fallback>
                <p:oleObj name="公式" r:id="rId6" imgW="8001000" imgH="977760" progId="Equation.3">
                  <p:embed/>
                  <p:pic>
                    <p:nvPicPr>
                      <p:cNvPr id="38917" name="Object 5">
                        <a:extLst>
                          <a:ext uri="{FF2B5EF4-FFF2-40B4-BE49-F238E27FC236}">
                            <a16:creationId xmlns:a16="http://schemas.microsoft.com/office/drawing/2014/main" id="{3C47B9EB-0836-4509-BCA8-737910206CC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544" y="4137735"/>
                        <a:ext cx="7440465" cy="94280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18" name="Object 6">
            <a:extLst>
              <a:ext uri="{FF2B5EF4-FFF2-40B4-BE49-F238E27FC236}">
                <a16:creationId xmlns:a16="http://schemas.microsoft.com/office/drawing/2014/main" id="{DD30D504-F6A3-4EB8-AE91-E92CB447499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1831761"/>
              </p:ext>
            </p:extLst>
          </p:nvPr>
        </p:nvGraphicFramePr>
        <p:xfrm>
          <a:off x="1450706" y="5268201"/>
          <a:ext cx="1548681" cy="9886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650960" imgH="1028520" progId="Equation.3">
                  <p:embed/>
                </p:oleObj>
              </mc:Choice>
              <mc:Fallback>
                <p:oleObj name="公式" r:id="rId8" imgW="1650960" imgH="1028520" progId="Equation.3">
                  <p:embed/>
                  <p:pic>
                    <p:nvPicPr>
                      <p:cNvPr id="38918" name="Object 6">
                        <a:extLst>
                          <a:ext uri="{FF2B5EF4-FFF2-40B4-BE49-F238E27FC236}">
                            <a16:creationId xmlns:a16="http://schemas.microsoft.com/office/drawing/2014/main" id="{DD30D504-F6A3-4EB8-AE91-E92CB447499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0706" y="5268201"/>
                        <a:ext cx="1548681" cy="98861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19" name="Text Box 7">
            <a:extLst>
              <a:ext uri="{FF2B5EF4-FFF2-40B4-BE49-F238E27FC236}">
                <a16:creationId xmlns:a16="http://schemas.microsoft.com/office/drawing/2014/main" id="{DDE4AE31-1B4E-4109-98BF-FA375A8F7F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945" y="1486466"/>
            <a:ext cx="1008609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 sz="21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解：</a:t>
            </a:r>
            <a:r>
              <a:rPr lang="zh-CN" altLang="en-US" sz="1725" b="1" dirty="0">
                <a:solidFill>
                  <a:srgbClr val="000066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   </a:t>
            </a:r>
          </a:p>
        </p:txBody>
      </p:sp>
      <p:sp>
        <p:nvSpPr>
          <p:cNvPr id="38920" name="Rectangle 8">
            <a:extLst>
              <a:ext uri="{FF2B5EF4-FFF2-40B4-BE49-F238E27FC236}">
                <a16:creationId xmlns:a16="http://schemas.microsoft.com/office/drawing/2014/main" id="{15B16708-239E-461F-B922-3BB2D28F04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9642" y="2225904"/>
            <a:ext cx="2646760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 sz="21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均匀带电球体的场强</a:t>
            </a:r>
            <a:r>
              <a:rPr lang="zh-CN" altLang="en-US" sz="1725" b="1" dirty="0">
                <a:solidFill>
                  <a:srgbClr val="000066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  </a:t>
            </a:r>
          </a:p>
        </p:txBody>
      </p:sp>
      <p:sp>
        <p:nvSpPr>
          <p:cNvPr id="38921" name="AutoShape 9">
            <a:extLst>
              <a:ext uri="{FF2B5EF4-FFF2-40B4-BE49-F238E27FC236}">
                <a16:creationId xmlns:a16="http://schemas.microsoft.com/office/drawing/2014/main" id="{D888EDEA-D88F-4E75-8D80-8A6C99246BE4}"/>
              </a:ext>
            </a:extLst>
          </p:cNvPr>
          <p:cNvSpPr>
            <a:spLocks/>
          </p:cNvSpPr>
          <p:nvPr/>
        </p:nvSpPr>
        <p:spPr bwMode="auto">
          <a:xfrm>
            <a:off x="3529798" y="1816984"/>
            <a:ext cx="565954" cy="1337409"/>
          </a:xfrm>
          <a:prstGeom prst="leftBrace">
            <a:avLst>
              <a:gd name="adj1" fmla="val 23278"/>
              <a:gd name="adj2" fmla="val 50000"/>
            </a:avLst>
          </a:prstGeom>
          <a:noFill/>
          <a:ln w="28575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800"/>
          </a:p>
        </p:txBody>
      </p:sp>
      <p:grpSp>
        <p:nvGrpSpPr>
          <p:cNvPr id="2" name="Group 10">
            <a:extLst>
              <a:ext uri="{FF2B5EF4-FFF2-40B4-BE49-F238E27FC236}">
                <a16:creationId xmlns:a16="http://schemas.microsoft.com/office/drawing/2014/main" id="{0C93C288-BE24-42B6-968A-9C0BFC3212FD}"/>
              </a:ext>
            </a:extLst>
          </p:cNvPr>
          <p:cNvGrpSpPr>
            <a:grpSpLocks/>
          </p:cNvGrpSpPr>
          <p:nvPr/>
        </p:nvGrpSpPr>
        <p:grpSpPr bwMode="auto">
          <a:xfrm>
            <a:off x="6192442" y="1701404"/>
            <a:ext cx="1473994" cy="1371600"/>
            <a:chOff x="4137" y="872"/>
            <a:chExt cx="1238" cy="1152"/>
          </a:xfrm>
        </p:grpSpPr>
        <p:sp>
          <p:nvSpPr>
            <p:cNvPr id="19495" name="Oval 11">
              <a:extLst>
                <a:ext uri="{FF2B5EF4-FFF2-40B4-BE49-F238E27FC236}">
                  <a16:creationId xmlns:a16="http://schemas.microsoft.com/office/drawing/2014/main" id="{0915CE16-59D1-4AA7-9E32-51D251375B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37" y="879"/>
              <a:ext cx="1238" cy="1145"/>
            </a:xfrm>
            <a:prstGeom prst="ellipse">
              <a:avLst/>
            </a:prstGeom>
            <a:gradFill rotWithShape="1">
              <a:gsLst>
                <a:gs pos="0">
                  <a:srgbClr val="C5F9E5"/>
                </a:gs>
                <a:gs pos="100000">
                  <a:srgbClr val="009999">
                    <a:alpha val="29999"/>
                  </a:srgbClr>
                </a:gs>
              </a:gsLst>
              <a:path path="shape">
                <a:fillToRect l="50000" t="50000" r="50000" b="50000"/>
              </a:path>
            </a:gradFill>
            <a:ln w="21590">
              <a:solidFill>
                <a:srgbClr val="000066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800"/>
            </a:p>
          </p:txBody>
        </p:sp>
        <p:graphicFrame>
          <p:nvGraphicFramePr>
            <p:cNvPr id="19467" name="Object 12">
              <a:extLst>
                <a:ext uri="{FF2B5EF4-FFF2-40B4-BE49-F238E27FC236}">
                  <a16:creationId xmlns:a16="http://schemas.microsoft.com/office/drawing/2014/main" id="{06E445D3-DFC5-45DE-AECF-19DA7AF34FD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241" y="1163"/>
            <a:ext cx="115" cy="1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0" imgW="253800" imgH="241200" progId="Equation.3">
                    <p:embed/>
                  </p:oleObj>
                </mc:Choice>
                <mc:Fallback>
                  <p:oleObj name="公式" r:id="rId10" imgW="253800" imgH="241200" progId="Equation.3">
                    <p:embed/>
                    <p:pic>
                      <p:nvPicPr>
                        <p:cNvPr id="19467" name="Object 12">
                          <a:extLst>
                            <a:ext uri="{FF2B5EF4-FFF2-40B4-BE49-F238E27FC236}">
                              <a16:creationId xmlns:a16="http://schemas.microsoft.com/office/drawing/2014/main" id="{06E445D3-DFC5-45DE-AECF-19DA7AF34FD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41" y="1163"/>
                          <a:ext cx="115" cy="1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68" name="Object 13">
              <a:extLst>
                <a:ext uri="{FF2B5EF4-FFF2-40B4-BE49-F238E27FC236}">
                  <a16:creationId xmlns:a16="http://schemas.microsoft.com/office/drawing/2014/main" id="{A0220611-B6D1-404C-BE58-EC974E16191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489" y="981"/>
            <a:ext cx="115" cy="1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0" imgW="253800" imgH="241200" progId="Equation.3">
                    <p:embed/>
                  </p:oleObj>
                </mc:Choice>
                <mc:Fallback>
                  <p:oleObj name="公式" r:id="rId10" imgW="253800" imgH="241200" progId="Equation.3">
                    <p:embed/>
                    <p:pic>
                      <p:nvPicPr>
                        <p:cNvPr id="19468" name="Object 13">
                          <a:extLst>
                            <a:ext uri="{FF2B5EF4-FFF2-40B4-BE49-F238E27FC236}">
                              <a16:creationId xmlns:a16="http://schemas.microsoft.com/office/drawing/2014/main" id="{A0220611-B6D1-404C-BE58-EC974E16191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89" y="981"/>
                          <a:ext cx="115" cy="1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69" name="Object 14">
              <a:extLst>
                <a:ext uri="{FF2B5EF4-FFF2-40B4-BE49-F238E27FC236}">
                  <a16:creationId xmlns:a16="http://schemas.microsoft.com/office/drawing/2014/main" id="{DA89F708-01EC-48BE-9F7D-8030DD20656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513" y="1299"/>
            <a:ext cx="115" cy="1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0" imgW="253800" imgH="241200" progId="Equation.3">
                    <p:embed/>
                  </p:oleObj>
                </mc:Choice>
                <mc:Fallback>
                  <p:oleObj name="公式" r:id="rId10" imgW="253800" imgH="241200" progId="Equation.3">
                    <p:embed/>
                    <p:pic>
                      <p:nvPicPr>
                        <p:cNvPr id="19469" name="Object 14">
                          <a:extLst>
                            <a:ext uri="{FF2B5EF4-FFF2-40B4-BE49-F238E27FC236}">
                              <a16:creationId xmlns:a16="http://schemas.microsoft.com/office/drawing/2014/main" id="{DA89F708-01EC-48BE-9F7D-8030DD20656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13" y="1299"/>
                          <a:ext cx="115" cy="1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70" name="Object 15">
              <a:extLst>
                <a:ext uri="{FF2B5EF4-FFF2-40B4-BE49-F238E27FC236}">
                  <a16:creationId xmlns:a16="http://schemas.microsoft.com/office/drawing/2014/main" id="{ECD72943-2E6F-48EB-8C3D-C2076947A84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852" y="1571"/>
            <a:ext cx="115" cy="1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0" imgW="253800" imgH="241200" progId="Equation.3">
                    <p:embed/>
                  </p:oleObj>
                </mc:Choice>
                <mc:Fallback>
                  <p:oleObj name="公式" r:id="rId10" imgW="253800" imgH="241200" progId="Equation.3">
                    <p:embed/>
                    <p:pic>
                      <p:nvPicPr>
                        <p:cNvPr id="19470" name="Object 15">
                          <a:extLst>
                            <a:ext uri="{FF2B5EF4-FFF2-40B4-BE49-F238E27FC236}">
                              <a16:creationId xmlns:a16="http://schemas.microsoft.com/office/drawing/2014/main" id="{ECD72943-2E6F-48EB-8C3D-C2076947A84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52" y="1571"/>
                          <a:ext cx="115" cy="1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71" name="Object 16">
              <a:extLst>
                <a:ext uri="{FF2B5EF4-FFF2-40B4-BE49-F238E27FC236}">
                  <a16:creationId xmlns:a16="http://schemas.microsoft.com/office/drawing/2014/main" id="{800399CF-4C50-428E-87C3-35A936E0F90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921" y="1798"/>
            <a:ext cx="115" cy="1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0" imgW="253800" imgH="241200" progId="Equation.3">
                    <p:embed/>
                  </p:oleObj>
                </mc:Choice>
                <mc:Fallback>
                  <p:oleObj name="公式" r:id="rId10" imgW="253800" imgH="241200" progId="Equation.3">
                    <p:embed/>
                    <p:pic>
                      <p:nvPicPr>
                        <p:cNvPr id="19471" name="Object 16">
                          <a:extLst>
                            <a:ext uri="{FF2B5EF4-FFF2-40B4-BE49-F238E27FC236}">
                              <a16:creationId xmlns:a16="http://schemas.microsoft.com/office/drawing/2014/main" id="{800399CF-4C50-428E-87C3-35A936E0F90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21" y="1798"/>
                          <a:ext cx="115" cy="1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72" name="Object 17">
              <a:extLst>
                <a:ext uri="{FF2B5EF4-FFF2-40B4-BE49-F238E27FC236}">
                  <a16:creationId xmlns:a16="http://schemas.microsoft.com/office/drawing/2014/main" id="{AD87DD9D-BC55-4ADC-9CD7-3120A788244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124" y="1616"/>
            <a:ext cx="115" cy="1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2" imgW="253800" imgH="241200" progId="Equation.3">
                    <p:embed/>
                  </p:oleObj>
                </mc:Choice>
                <mc:Fallback>
                  <p:oleObj name="公式" r:id="rId12" imgW="253800" imgH="241200" progId="Equation.3">
                    <p:embed/>
                    <p:pic>
                      <p:nvPicPr>
                        <p:cNvPr id="19472" name="Object 17">
                          <a:extLst>
                            <a:ext uri="{FF2B5EF4-FFF2-40B4-BE49-F238E27FC236}">
                              <a16:creationId xmlns:a16="http://schemas.microsoft.com/office/drawing/2014/main" id="{AD87DD9D-BC55-4ADC-9CD7-3120A788244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24" y="1616"/>
                          <a:ext cx="115" cy="1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73" name="Object 18">
              <a:extLst>
                <a:ext uri="{FF2B5EF4-FFF2-40B4-BE49-F238E27FC236}">
                  <a16:creationId xmlns:a16="http://schemas.microsoft.com/office/drawing/2014/main" id="{ACD23383-572E-45A4-8157-308394C64E5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215" y="1344"/>
            <a:ext cx="115" cy="1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2" imgW="253800" imgH="241200" progId="Equation.3">
                    <p:embed/>
                  </p:oleObj>
                </mc:Choice>
                <mc:Fallback>
                  <p:oleObj name="公式" r:id="rId12" imgW="253800" imgH="241200" progId="Equation.3">
                    <p:embed/>
                    <p:pic>
                      <p:nvPicPr>
                        <p:cNvPr id="19473" name="Object 18">
                          <a:extLst>
                            <a:ext uri="{FF2B5EF4-FFF2-40B4-BE49-F238E27FC236}">
                              <a16:creationId xmlns:a16="http://schemas.microsoft.com/office/drawing/2014/main" id="{ACD23383-572E-45A4-8157-308394C64E5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15" y="1344"/>
                          <a:ext cx="115" cy="1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74" name="Object 19">
              <a:extLst>
                <a:ext uri="{FF2B5EF4-FFF2-40B4-BE49-F238E27FC236}">
                  <a16:creationId xmlns:a16="http://schemas.microsoft.com/office/drawing/2014/main" id="{0B4AE530-F645-44C4-B935-7811617385C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079" y="1099"/>
            <a:ext cx="115" cy="1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2" imgW="253800" imgH="241200" progId="Equation.3">
                    <p:embed/>
                  </p:oleObj>
                </mc:Choice>
                <mc:Fallback>
                  <p:oleObj name="公式" r:id="rId12" imgW="253800" imgH="241200" progId="Equation.3">
                    <p:embed/>
                    <p:pic>
                      <p:nvPicPr>
                        <p:cNvPr id="19474" name="Object 19">
                          <a:extLst>
                            <a:ext uri="{FF2B5EF4-FFF2-40B4-BE49-F238E27FC236}">
                              <a16:creationId xmlns:a16="http://schemas.microsoft.com/office/drawing/2014/main" id="{0B4AE530-F645-44C4-B935-7811617385C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79" y="1099"/>
                          <a:ext cx="115" cy="1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75" name="Object 20">
              <a:extLst>
                <a:ext uri="{FF2B5EF4-FFF2-40B4-BE49-F238E27FC236}">
                  <a16:creationId xmlns:a16="http://schemas.microsoft.com/office/drawing/2014/main" id="{4A031085-AA49-480A-9EF9-DDBC57A21F3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604" y="1843"/>
            <a:ext cx="115" cy="1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2" imgW="253800" imgH="241200" progId="Equation.3">
                    <p:embed/>
                  </p:oleObj>
                </mc:Choice>
                <mc:Fallback>
                  <p:oleObj name="公式" r:id="rId12" imgW="253800" imgH="241200" progId="Equation.3">
                    <p:embed/>
                    <p:pic>
                      <p:nvPicPr>
                        <p:cNvPr id="19475" name="Object 20">
                          <a:extLst>
                            <a:ext uri="{FF2B5EF4-FFF2-40B4-BE49-F238E27FC236}">
                              <a16:creationId xmlns:a16="http://schemas.microsoft.com/office/drawing/2014/main" id="{4A031085-AA49-480A-9EF9-DDBC57A21F3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04" y="1843"/>
                          <a:ext cx="115" cy="1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76" name="Object 21">
              <a:extLst>
                <a:ext uri="{FF2B5EF4-FFF2-40B4-BE49-F238E27FC236}">
                  <a16:creationId xmlns:a16="http://schemas.microsoft.com/office/drawing/2014/main" id="{9478F67D-DEE5-4099-A646-715AC624896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32" y="1707"/>
            <a:ext cx="115" cy="1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2" imgW="253800" imgH="241200" progId="Equation.3">
                    <p:embed/>
                  </p:oleObj>
                </mc:Choice>
                <mc:Fallback>
                  <p:oleObj name="公式" r:id="rId12" imgW="253800" imgH="241200" progId="Equation.3">
                    <p:embed/>
                    <p:pic>
                      <p:nvPicPr>
                        <p:cNvPr id="19476" name="Object 21">
                          <a:extLst>
                            <a:ext uri="{FF2B5EF4-FFF2-40B4-BE49-F238E27FC236}">
                              <a16:creationId xmlns:a16="http://schemas.microsoft.com/office/drawing/2014/main" id="{9478F67D-DEE5-4099-A646-715AC624896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32" y="1707"/>
                          <a:ext cx="115" cy="1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77" name="Object 22">
              <a:extLst>
                <a:ext uri="{FF2B5EF4-FFF2-40B4-BE49-F238E27FC236}">
                  <a16:creationId xmlns:a16="http://schemas.microsoft.com/office/drawing/2014/main" id="{E02073DA-1191-4A62-B1B4-402B8E046AC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196" y="1480"/>
            <a:ext cx="115" cy="1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2" imgW="253800" imgH="241200" progId="Equation.3">
                    <p:embed/>
                  </p:oleObj>
                </mc:Choice>
                <mc:Fallback>
                  <p:oleObj name="公式" r:id="rId12" imgW="253800" imgH="241200" progId="Equation.3">
                    <p:embed/>
                    <p:pic>
                      <p:nvPicPr>
                        <p:cNvPr id="19477" name="Object 22">
                          <a:extLst>
                            <a:ext uri="{FF2B5EF4-FFF2-40B4-BE49-F238E27FC236}">
                              <a16:creationId xmlns:a16="http://schemas.microsoft.com/office/drawing/2014/main" id="{E02073DA-1191-4A62-B1B4-402B8E046AC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96" y="1480"/>
                          <a:ext cx="115" cy="1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78" name="Object 23">
              <a:extLst>
                <a:ext uri="{FF2B5EF4-FFF2-40B4-BE49-F238E27FC236}">
                  <a16:creationId xmlns:a16="http://schemas.microsoft.com/office/drawing/2014/main" id="{5CA23184-30AE-40D4-B54A-05A2D756047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806" y="936"/>
            <a:ext cx="115" cy="1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2" imgW="253800" imgH="241200" progId="Equation.3">
                    <p:embed/>
                  </p:oleObj>
                </mc:Choice>
                <mc:Fallback>
                  <p:oleObj name="公式" r:id="rId12" imgW="253800" imgH="241200" progId="Equation.3">
                    <p:embed/>
                    <p:pic>
                      <p:nvPicPr>
                        <p:cNvPr id="19478" name="Object 23">
                          <a:extLst>
                            <a:ext uri="{FF2B5EF4-FFF2-40B4-BE49-F238E27FC236}">
                              <a16:creationId xmlns:a16="http://schemas.microsoft.com/office/drawing/2014/main" id="{5CA23184-30AE-40D4-B54A-05A2D756047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06" y="936"/>
                          <a:ext cx="115" cy="1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79" name="Object 24">
              <a:extLst>
                <a:ext uri="{FF2B5EF4-FFF2-40B4-BE49-F238E27FC236}">
                  <a16:creationId xmlns:a16="http://schemas.microsoft.com/office/drawing/2014/main" id="{93FF8AA8-9880-48DC-916B-C4A55544226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785" y="1162"/>
            <a:ext cx="115" cy="1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2" imgW="253800" imgH="241200" progId="Equation.3">
                    <p:embed/>
                  </p:oleObj>
                </mc:Choice>
                <mc:Fallback>
                  <p:oleObj name="公式" r:id="rId12" imgW="253800" imgH="241200" progId="Equation.3">
                    <p:embed/>
                    <p:pic>
                      <p:nvPicPr>
                        <p:cNvPr id="19479" name="Object 24">
                          <a:extLst>
                            <a:ext uri="{FF2B5EF4-FFF2-40B4-BE49-F238E27FC236}">
                              <a16:creationId xmlns:a16="http://schemas.microsoft.com/office/drawing/2014/main" id="{93FF8AA8-9880-48DC-916B-C4A55544226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85" y="1162"/>
                          <a:ext cx="115" cy="1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496" name="Line 25">
              <a:extLst>
                <a:ext uri="{FF2B5EF4-FFF2-40B4-BE49-F238E27FC236}">
                  <a16:creationId xmlns:a16="http://schemas.microsoft.com/office/drawing/2014/main" id="{7593280C-6793-4756-BDB0-EC35DD775BF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77" y="1435"/>
              <a:ext cx="395" cy="453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graphicFrame>
          <p:nvGraphicFramePr>
            <p:cNvPr id="19480" name="Object 26">
              <a:extLst>
                <a:ext uri="{FF2B5EF4-FFF2-40B4-BE49-F238E27FC236}">
                  <a16:creationId xmlns:a16="http://schemas.microsoft.com/office/drawing/2014/main" id="{19D08468-791F-4AF9-8CFC-9691B0070F6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511" y="1432"/>
            <a:ext cx="138" cy="1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3" imgW="291960" imgH="291960" progId="Equation.3">
                    <p:embed/>
                  </p:oleObj>
                </mc:Choice>
                <mc:Fallback>
                  <p:oleObj name="公式" r:id="rId13" imgW="291960" imgH="291960" progId="Equation.3">
                    <p:embed/>
                    <p:pic>
                      <p:nvPicPr>
                        <p:cNvPr id="19480" name="Object 26">
                          <a:extLst>
                            <a:ext uri="{FF2B5EF4-FFF2-40B4-BE49-F238E27FC236}">
                              <a16:creationId xmlns:a16="http://schemas.microsoft.com/office/drawing/2014/main" id="{19D08468-791F-4AF9-8CFC-9691B0070F6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11" y="1432"/>
                          <a:ext cx="138" cy="1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81" name="Object 27">
              <a:extLst>
                <a:ext uri="{FF2B5EF4-FFF2-40B4-BE49-F238E27FC236}">
                  <a16:creationId xmlns:a16="http://schemas.microsoft.com/office/drawing/2014/main" id="{61829737-0DD5-4D9C-9394-E8DE9B034EC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286" y="872"/>
            <a:ext cx="136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5" imgW="215640" imgH="317160" progId="Equation.3">
                    <p:embed/>
                  </p:oleObj>
                </mc:Choice>
                <mc:Fallback>
                  <p:oleObj name="公式" r:id="rId15" imgW="215640" imgH="317160" progId="Equation.3">
                    <p:embed/>
                    <p:pic>
                      <p:nvPicPr>
                        <p:cNvPr id="19481" name="Object 27">
                          <a:extLst>
                            <a:ext uri="{FF2B5EF4-FFF2-40B4-BE49-F238E27FC236}">
                              <a16:creationId xmlns:a16="http://schemas.microsoft.com/office/drawing/2014/main" id="{61829737-0DD5-4D9C-9394-E8DE9B034EC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86" y="872"/>
                          <a:ext cx="136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82" name="Object 28">
              <a:extLst>
                <a:ext uri="{FF2B5EF4-FFF2-40B4-BE49-F238E27FC236}">
                  <a16:creationId xmlns:a16="http://schemas.microsoft.com/office/drawing/2014/main" id="{3EF99A51-39AA-4020-948E-FDF519042CA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740" y="1464"/>
            <a:ext cx="136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7" imgW="215640" imgH="241200" progId="Equation.3">
                    <p:embed/>
                  </p:oleObj>
                </mc:Choice>
                <mc:Fallback>
                  <p:oleObj name="公式" r:id="rId17" imgW="215640" imgH="241200" progId="Equation.3">
                    <p:embed/>
                    <p:pic>
                      <p:nvPicPr>
                        <p:cNvPr id="19482" name="Object 28">
                          <a:extLst>
                            <a:ext uri="{FF2B5EF4-FFF2-40B4-BE49-F238E27FC236}">
                              <a16:creationId xmlns:a16="http://schemas.microsoft.com/office/drawing/2014/main" id="{3EF99A51-39AA-4020-948E-FDF519042CA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40" y="1464"/>
                          <a:ext cx="136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29">
            <a:extLst>
              <a:ext uri="{FF2B5EF4-FFF2-40B4-BE49-F238E27FC236}">
                <a16:creationId xmlns:a16="http://schemas.microsoft.com/office/drawing/2014/main" id="{E7DB4937-8E6D-4311-B046-A5D99CF0B656}"/>
              </a:ext>
            </a:extLst>
          </p:cNvPr>
          <p:cNvGrpSpPr>
            <a:grpSpLocks/>
          </p:cNvGrpSpPr>
          <p:nvPr/>
        </p:nvGrpSpPr>
        <p:grpSpPr bwMode="auto">
          <a:xfrm>
            <a:off x="6516291" y="2078833"/>
            <a:ext cx="1081088" cy="548879"/>
            <a:chOff x="4410" y="1208"/>
            <a:chExt cx="908" cy="461"/>
          </a:xfrm>
        </p:grpSpPr>
        <p:sp>
          <p:nvSpPr>
            <p:cNvPr id="19491" name="Oval 30">
              <a:extLst>
                <a:ext uri="{FF2B5EF4-FFF2-40B4-BE49-F238E27FC236}">
                  <a16:creationId xmlns:a16="http://schemas.microsoft.com/office/drawing/2014/main" id="{4B3C1977-D37E-43E7-95C9-EB7839B2EF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6" y="1233"/>
              <a:ext cx="589" cy="436"/>
            </a:xfrm>
            <a:prstGeom prst="ellipse">
              <a:avLst/>
            </a:prstGeom>
            <a:solidFill>
              <a:srgbClr val="00CC99">
                <a:alpha val="0"/>
              </a:srgbClr>
            </a:solidFill>
            <a:ln w="21590" algn="ctr">
              <a:solidFill>
                <a:srgbClr val="FF0000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800"/>
            </a:p>
          </p:txBody>
        </p:sp>
        <p:sp>
          <p:nvSpPr>
            <p:cNvPr id="19492" name="Oval 31">
              <a:extLst>
                <a:ext uri="{FF2B5EF4-FFF2-40B4-BE49-F238E27FC236}">
                  <a16:creationId xmlns:a16="http://schemas.microsoft.com/office/drawing/2014/main" id="{C8B702C8-8B87-42B4-AE37-5780B919E4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0" y="1233"/>
              <a:ext cx="681" cy="436"/>
            </a:xfrm>
            <a:prstGeom prst="ellipse">
              <a:avLst/>
            </a:prstGeom>
            <a:solidFill>
              <a:srgbClr val="00CC99">
                <a:alpha val="0"/>
              </a:srgbClr>
            </a:solidFill>
            <a:ln w="21590" algn="ctr">
              <a:solidFill>
                <a:srgbClr val="FF0000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800"/>
            </a:p>
          </p:txBody>
        </p:sp>
        <p:sp>
          <p:nvSpPr>
            <p:cNvPr id="19493" name="Line 32">
              <a:extLst>
                <a:ext uri="{FF2B5EF4-FFF2-40B4-BE49-F238E27FC236}">
                  <a16:creationId xmlns:a16="http://schemas.microsoft.com/office/drawing/2014/main" id="{D304DE74-44D2-4324-BEE2-AF66D905C8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73" y="1435"/>
              <a:ext cx="272" cy="0"/>
            </a:xfrm>
            <a:prstGeom prst="line">
              <a:avLst/>
            </a:prstGeom>
            <a:noFill/>
            <a:ln w="2159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 sz="1350"/>
            </a:p>
          </p:txBody>
        </p:sp>
        <p:graphicFrame>
          <p:nvGraphicFramePr>
            <p:cNvPr id="19465" name="Object 33">
              <a:extLst>
                <a:ext uri="{FF2B5EF4-FFF2-40B4-BE49-F238E27FC236}">
                  <a16:creationId xmlns:a16="http://schemas.microsoft.com/office/drawing/2014/main" id="{E5F609AA-E77F-45BD-BC08-D4E41CBCD95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830" y="1282"/>
            <a:ext cx="136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9" imgW="215640" imgH="241200" progId="Equation.3">
                    <p:embed/>
                  </p:oleObj>
                </mc:Choice>
                <mc:Fallback>
                  <p:oleObj name="公式" r:id="rId19" imgW="215640" imgH="241200" progId="Equation.3">
                    <p:embed/>
                    <p:pic>
                      <p:nvPicPr>
                        <p:cNvPr id="19465" name="Object 33">
                          <a:extLst>
                            <a:ext uri="{FF2B5EF4-FFF2-40B4-BE49-F238E27FC236}">
                              <a16:creationId xmlns:a16="http://schemas.microsoft.com/office/drawing/2014/main" id="{E5F609AA-E77F-45BD-BC08-D4E41CBCD95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30" y="1282"/>
                          <a:ext cx="136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159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66" name="Object 34">
              <a:extLst>
                <a:ext uri="{FF2B5EF4-FFF2-40B4-BE49-F238E27FC236}">
                  <a16:creationId xmlns:a16="http://schemas.microsoft.com/office/drawing/2014/main" id="{2416F83B-6117-4D99-806A-DA66E2D97DC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091" y="1208"/>
            <a:ext cx="227" cy="1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1" imgW="431640" imgH="342720" progId="Equation.3">
                    <p:embed/>
                  </p:oleObj>
                </mc:Choice>
                <mc:Fallback>
                  <p:oleObj name="公式" r:id="rId21" imgW="431640" imgH="342720" progId="Equation.3">
                    <p:embed/>
                    <p:pic>
                      <p:nvPicPr>
                        <p:cNvPr id="19466" name="Object 34">
                          <a:extLst>
                            <a:ext uri="{FF2B5EF4-FFF2-40B4-BE49-F238E27FC236}">
                              <a16:creationId xmlns:a16="http://schemas.microsoft.com/office/drawing/2014/main" id="{2416F83B-6117-4D99-806A-DA66E2D97DC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91" y="1208"/>
                          <a:ext cx="227" cy="1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159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494" name="Line 35">
              <a:extLst>
                <a:ext uri="{FF2B5EF4-FFF2-40B4-BE49-F238E27FC236}">
                  <a16:creationId xmlns:a16="http://schemas.microsoft.com/office/drawing/2014/main" id="{40C239E0-74CA-4E49-B6FF-24F288421D6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045" y="1389"/>
              <a:ext cx="136" cy="46"/>
            </a:xfrm>
            <a:prstGeom prst="line">
              <a:avLst/>
            </a:prstGeom>
            <a:noFill/>
            <a:ln w="2159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 sz="1350"/>
            </a:p>
          </p:txBody>
        </p:sp>
      </p:grpSp>
      <p:sp>
        <p:nvSpPr>
          <p:cNvPr id="38948" name="Rectangle 36">
            <a:extLst>
              <a:ext uri="{FF2B5EF4-FFF2-40B4-BE49-F238E27FC236}">
                <a16:creationId xmlns:a16="http://schemas.microsoft.com/office/drawing/2014/main" id="{6DF71C96-79EA-4B03-A5F1-CC3F27F07A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7057" y="1577930"/>
            <a:ext cx="2152650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 sz="21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由高斯定理得：</a:t>
            </a:r>
          </a:p>
        </p:txBody>
      </p:sp>
      <p:graphicFrame>
        <p:nvGraphicFramePr>
          <p:cNvPr id="38949" name="Object 37">
            <a:extLst>
              <a:ext uri="{FF2B5EF4-FFF2-40B4-BE49-F238E27FC236}">
                <a16:creationId xmlns:a16="http://schemas.microsoft.com/office/drawing/2014/main" id="{DCAACAF7-848D-4260-948C-E597854FA1D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1941051"/>
              </p:ext>
            </p:extLst>
          </p:nvPr>
        </p:nvGraphicFramePr>
        <p:xfrm>
          <a:off x="2677232" y="3213498"/>
          <a:ext cx="5027304" cy="8423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3" imgW="4457520" imgH="825480" progId="Equation.3">
                  <p:embed/>
                </p:oleObj>
              </mc:Choice>
              <mc:Fallback>
                <p:oleObj name="公式" r:id="rId23" imgW="4457520" imgH="825480" progId="Equation.3">
                  <p:embed/>
                  <p:pic>
                    <p:nvPicPr>
                      <p:cNvPr id="38949" name="Object 37">
                        <a:extLst>
                          <a:ext uri="{FF2B5EF4-FFF2-40B4-BE49-F238E27FC236}">
                            <a16:creationId xmlns:a16="http://schemas.microsoft.com/office/drawing/2014/main" id="{DCAACAF7-848D-4260-948C-E597854FA1D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7232" y="3213498"/>
                        <a:ext cx="5027304" cy="84231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38">
            <a:extLst>
              <a:ext uri="{FF2B5EF4-FFF2-40B4-BE49-F238E27FC236}">
                <a16:creationId xmlns:a16="http://schemas.microsoft.com/office/drawing/2014/main" id="{4BC4D445-FF88-45C4-8F76-267B028334C8}"/>
              </a:ext>
            </a:extLst>
          </p:cNvPr>
          <p:cNvGrpSpPr>
            <a:grpSpLocks/>
          </p:cNvGrpSpPr>
          <p:nvPr/>
        </p:nvGrpSpPr>
        <p:grpSpPr bwMode="auto">
          <a:xfrm>
            <a:off x="406709" y="3328762"/>
            <a:ext cx="2270523" cy="727053"/>
            <a:chOff x="657" y="2296"/>
            <a:chExt cx="1724" cy="492"/>
          </a:xfrm>
        </p:grpSpPr>
        <p:graphicFrame>
          <p:nvGraphicFramePr>
            <p:cNvPr id="19463" name="Object 39">
              <a:extLst>
                <a:ext uri="{FF2B5EF4-FFF2-40B4-BE49-F238E27FC236}">
                  <a16:creationId xmlns:a16="http://schemas.microsoft.com/office/drawing/2014/main" id="{894A96A7-AE93-4824-8988-5C9036FF01E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57" y="2395"/>
            <a:ext cx="432" cy="3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5" imgW="545760" imgH="431640" progId="Equation.3">
                    <p:embed/>
                  </p:oleObj>
                </mc:Choice>
                <mc:Fallback>
                  <p:oleObj name="公式" r:id="rId25" imgW="545760" imgH="431640" progId="Equation.3">
                    <p:embed/>
                    <p:pic>
                      <p:nvPicPr>
                        <p:cNvPr id="19463" name="Object 39">
                          <a:extLst>
                            <a:ext uri="{FF2B5EF4-FFF2-40B4-BE49-F238E27FC236}">
                              <a16:creationId xmlns:a16="http://schemas.microsoft.com/office/drawing/2014/main" id="{894A96A7-AE93-4824-8988-5C9036FF01E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7" y="2395"/>
                          <a:ext cx="432" cy="30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64" name="Object 40">
              <a:extLst>
                <a:ext uri="{FF2B5EF4-FFF2-40B4-BE49-F238E27FC236}">
                  <a16:creationId xmlns:a16="http://schemas.microsoft.com/office/drawing/2014/main" id="{414E5672-9C79-4103-AF3F-2C4CFDABF78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96" y="2296"/>
            <a:ext cx="1385" cy="4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7" imgW="2070000" imgH="812520" progId="Equation.3">
                    <p:embed/>
                  </p:oleObj>
                </mc:Choice>
                <mc:Fallback>
                  <p:oleObj name="公式" r:id="rId27" imgW="2070000" imgH="812520" progId="Equation.3">
                    <p:embed/>
                    <p:pic>
                      <p:nvPicPr>
                        <p:cNvPr id="19464" name="Object 40">
                          <a:extLst>
                            <a:ext uri="{FF2B5EF4-FFF2-40B4-BE49-F238E27FC236}">
                              <a16:creationId xmlns:a16="http://schemas.microsoft.com/office/drawing/2014/main" id="{414E5672-9C79-4103-AF3F-2C4CFDABF78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96" y="2296"/>
                          <a:ext cx="1385" cy="49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8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8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8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8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8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8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8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1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2)">
                                      <p:cBhvr>
                                        <p:cTn id="4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38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38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8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4" grpId="0" autoUpdateAnimBg="0"/>
      <p:bldP spid="38919" grpId="0" autoUpdateAnimBg="0"/>
      <p:bldP spid="38920" grpId="0" autoUpdateAnimBg="0"/>
      <p:bldP spid="38921" grpId="0" animBg="1"/>
      <p:bldP spid="38948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CC38EABC-E534-4986-A515-7D0F8B1AA751}"/>
              </a:ext>
            </a:extLst>
          </p:cNvPr>
          <p:cNvGrpSpPr>
            <a:grpSpLocks/>
          </p:cNvGrpSpPr>
          <p:nvPr/>
        </p:nvGrpSpPr>
        <p:grpSpPr bwMode="auto">
          <a:xfrm>
            <a:off x="6516292" y="3093244"/>
            <a:ext cx="1188244" cy="1187054"/>
            <a:chOff x="4195" y="346"/>
            <a:chExt cx="1134" cy="1089"/>
          </a:xfrm>
        </p:grpSpPr>
        <p:sp>
          <p:nvSpPr>
            <p:cNvPr id="20511" name="Oval 3">
              <a:extLst>
                <a:ext uri="{FF2B5EF4-FFF2-40B4-BE49-F238E27FC236}">
                  <a16:creationId xmlns:a16="http://schemas.microsoft.com/office/drawing/2014/main" id="{4003EEB4-C8E9-4192-A145-C7EF50C775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5" y="440"/>
              <a:ext cx="1087" cy="995"/>
            </a:xfrm>
            <a:prstGeom prst="ellips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800"/>
            </a:p>
          </p:txBody>
        </p:sp>
        <p:sp>
          <p:nvSpPr>
            <p:cNvPr id="20512" name="Text Box 4">
              <a:extLst>
                <a:ext uri="{FF2B5EF4-FFF2-40B4-BE49-F238E27FC236}">
                  <a16:creationId xmlns:a16="http://schemas.microsoft.com/office/drawing/2014/main" id="{50C3BF44-7805-4258-8372-1F4CBCDF75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48" y="917"/>
              <a:ext cx="309" cy="296"/>
            </a:xfrm>
            <a:prstGeom prst="rect">
              <a:avLst/>
            </a:prstGeom>
            <a:noFill/>
            <a:ln w="9525">
              <a:solidFill>
                <a:srgbClr val="FFFFFF">
                  <a:alpha val="0"/>
                </a:srgbClr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500" b="1" i="1"/>
                <a:t>O</a:t>
              </a:r>
              <a:endParaRPr lang="en-US" altLang="zh-CN" sz="1800"/>
            </a:p>
          </p:txBody>
        </p:sp>
        <p:sp>
          <p:nvSpPr>
            <p:cNvPr id="20513" name="Line 5">
              <a:extLst>
                <a:ext uri="{FF2B5EF4-FFF2-40B4-BE49-F238E27FC236}">
                  <a16:creationId xmlns:a16="http://schemas.microsoft.com/office/drawing/2014/main" id="{C1777EA4-ACBA-40D8-BEB9-C1C52525004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01" y="936"/>
              <a:ext cx="393" cy="310"/>
            </a:xfrm>
            <a:prstGeom prst="line">
              <a:avLst/>
            </a:prstGeom>
            <a:noFill/>
            <a:ln w="19050">
              <a:solidFill>
                <a:srgbClr val="0000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graphicFrame>
          <p:nvGraphicFramePr>
            <p:cNvPr id="20492" name="Object 6">
              <a:extLst>
                <a:ext uri="{FF2B5EF4-FFF2-40B4-BE49-F238E27FC236}">
                  <a16:creationId xmlns:a16="http://schemas.microsoft.com/office/drawing/2014/main" id="{58149862-2D61-4B1F-86A4-03F50CF34F6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289" y="998"/>
            <a:ext cx="156" cy="1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291960" imgH="291960" progId="Equation.3">
                    <p:embed/>
                  </p:oleObj>
                </mc:Choice>
                <mc:Fallback>
                  <p:oleObj name="公式" r:id="rId2" imgW="291960" imgH="291960" progId="Equation.3">
                    <p:embed/>
                    <p:pic>
                      <p:nvPicPr>
                        <p:cNvPr id="20492" name="Object 6">
                          <a:extLst>
                            <a:ext uri="{FF2B5EF4-FFF2-40B4-BE49-F238E27FC236}">
                              <a16:creationId xmlns:a16="http://schemas.microsoft.com/office/drawing/2014/main" id="{58149862-2D61-4B1F-86A4-03F50CF34F6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89" y="998"/>
                          <a:ext cx="156" cy="15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514" name="AutoShape 7">
              <a:extLst>
                <a:ext uri="{FF2B5EF4-FFF2-40B4-BE49-F238E27FC236}">
                  <a16:creationId xmlns:a16="http://schemas.microsoft.com/office/drawing/2014/main" id="{A39DB974-492F-4C35-A96B-83DE63144746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5187" y="421"/>
              <a:ext cx="142" cy="2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0515" name="Rectangle 8">
              <a:extLst>
                <a:ext uri="{FF2B5EF4-FFF2-40B4-BE49-F238E27FC236}">
                  <a16:creationId xmlns:a16="http://schemas.microsoft.com/office/drawing/2014/main" id="{C1B0CB84-6FFA-49CE-AEB3-45625AE638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96" y="346"/>
              <a:ext cx="129" cy="2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100" b="1" i="1">
                  <a:solidFill>
                    <a:srgbClr val="000066"/>
                  </a:solidFill>
                  <a:ea typeface="华文中宋" panose="02010600040101010101" pitchFamily="2" charset="-122"/>
                </a:rPr>
                <a:t>q</a:t>
              </a:r>
              <a:endParaRPr lang="en-US" altLang="zh-CN" sz="2100" b="1">
                <a:solidFill>
                  <a:srgbClr val="000066"/>
                </a:solidFill>
                <a:ea typeface="华文中宋" panose="02010600040101010101" pitchFamily="2" charset="-122"/>
              </a:endParaRPr>
            </a:p>
          </p:txBody>
        </p:sp>
        <p:graphicFrame>
          <p:nvGraphicFramePr>
            <p:cNvPr id="20493" name="Object 9">
              <a:extLst>
                <a:ext uri="{FF2B5EF4-FFF2-40B4-BE49-F238E27FC236}">
                  <a16:creationId xmlns:a16="http://schemas.microsoft.com/office/drawing/2014/main" id="{2FE2CDB5-FC18-43C8-8910-61BE1BE4DA2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841" y="1299"/>
            <a:ext cx="125" cy="1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253800" imgH="241200" progId="Equation.3">
                    <p:embed/>
                  </p:oleObj>
                </mc:Choice>
                <mc:Fallback>
                  <p:oleObj name="公式" r:id="rId4" imgW="253800" imgH="241200" progId="Equation.3">
                    <p:embed/>
                    <p:pic>
                      <p:nvPicPr>
                        <p:cNvPr id="20493" name="Object 9">
                          <a:extLst>
                            <a:ext uri="{FF2B5EF4-FFF2-40B4-BE49-F238E27FC236}">
                              <a16:creationId xmlns:a16="http://schemas.microsoft.com/office/drawing/2014/main" id="{2FE2CDB5-FC18-43C8-8910-61BE1BE4DA2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41" y="1299"/>
                          <a:ext cx="125" cy="1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494" name="Object 10">
              <a:extLst>
                <a:ext uri="{FF2B5EF4-FFF2-40B4-BE49-F238E27FC236}">
                  <a16:creationId xmlns:a16="http://schemas.microsoft.com/office/drawing/2014/main" id="{C6C12FA0-9840-40C7-9810-5F4F0CB97C8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88" y="1253"/>
            <a:ext cx="125" cy="1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253800" imgH="241200" progId="Equation.3">
                    <p:embed/>
                  </p:oleObj>
                </mc:Choice>
                <mc:Fallback>
                  <p:oleObj name="公式" r:id="rId4" imgW="253800" imgH="241200" progId="Equation.3">
                    <p:embed/>
                    <p:pic>
                      <p:nvPicPr>
                        <p:cNvPr id="20494" name="Object 10">
                          <a:extLst>
                            <a:ext uri="{FF2B5EF4-FFF2-40B4-BE49-F238E27FC236}">
                              <a16:creationId xmlns:a16="http://schemas.microsoft.com/office/drawing/2014/main" id="{C6C12FA0-9840-40C7-9810-5F4F0CB97C8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88" y="1253"/>
                          <a:ext cx="125" cy="1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495" name="Object 11">
              <a:extLst>
                <a:ext uri="{FF2B5EF4-FFF2-40B4-BE49-F238E27FC236}">
                  <a16:creationId xmlns:a16="http://schemas.microsoft.com/office/drawing/2014/main" id="{D03BBA72-D82A-46B3-9B1C-CFE2A4E2BA4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614" y="1316"/>
            <a:ext cx="125" cy="1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253800" imgH="241200" progId="Equation.3">
                    <p:embed/>
                  </p:oleObj>
                </mc:Choice>
                <mc:Fallback>
                  <p:oleObj name="公式" r:id="rId4" imgW="253800" imgH="241200" progId="Equation.3">
                    <p:embed/>
                    <p:pic>
                      <p:nvPicPr>
                        <p:cNvPr id="20495" name="Object 11">
                          <a:extLst>
                            <a:ext uri="{FF2B5EF4-FFF2-40B4-BE49-F238E27FC236}">
                              <a16:creationId xmlns:a16="http://schemas.microsoft.com/office/drawing/2014/main" id="{D03BBA72-D82A-46B3-9B1C-CFE2A4E2BA4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14" y="1316"/>
                          <a:ext cx="125" cy="1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496" name="Object 12">
              <a:extLst>
                <a:ext uri="{FF2B5EF4-FFF2-40B4-BE49-F238E27FC236}">
                  <a16:creationId xmlns:a16="http://schemas.microsoft.com/office/drawing/2014/main" id="{821276F8-22A5-4B67-A1F8-91FE4EDAE88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023" y="1208"/>
            <a:ext cx="125" cy="1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253800" imgH="241200" progId="Equation.3">
                    <p:embed/>
                  </p:oleObj>
                </mc:Choice>
                <mc:Fallback>
                  <p:oleObj name="公式" r:id="rId4" imgW="253800" imgH="241200" progId="Equation.3">
                    <p:embed/>
                    <p:pic>
                      <p:nvPicPr>
                        <p:cNvPr id="20496" name="Object 12">
                          <a:extLst>
                            <a:ext uri="{FF2B5EF4-FFF2-40B4-BE49-F238E27FC236}">
                              <a16:creationId xmlns:a16="http://schemas.microsoft.com/office/drawing/2014/main" id="{821276F8-22A5-4B67-A1F8-91FE4EDAE88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23" y="1208"/>
                          <a:ext cx="125" cy="1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497" name="Object 13">
              <a:extLst>
                <a:ext uri="{FF2B5EF4-FFF2-40B4-BE49-F238E27FC236}">
                  <a16:creationId xmlns:a16="http://schemas.microsoft.com/office/drawing/2014/main" id="{06D3AFBA-FA75-4CA3-AFAA-9668B28268E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148" y="1044"/>
            <a:ext cx="125" cy="1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9" imgW="253800" imgH="241200" progId="Equation.3">
                    <p:embed/>
                  </p:oleObj>
                </mc:Choice>
                <mc:Fallback>
                  <p:oleObj name="公式" r:id="rId9" imgW="253800" imgH="241200" progId="Equation.3">
                    <p:embed/>
                    <p:pic>
                      <p:nvPicPr>
                        <p:cNvPr id="20497" name="Object 13">
                          <a:extLst>
                            <a:ext uri="{FF2B5EF4-FFF2-40B4-BE49-F238E27FC236}">
                              <a16:creationId xmlns:a16="http://schemas.microsoft.com/office/drawing/2014/main" id="{06D3AFBA-FA75-4CA3-AFAA-9668B28268E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48" y="1044"/>
                          <a:ext cx="125" cy="1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498" name="Object 14">
              <a:extLst>
                <a:ext uri="{FF2B5EF4-FFF2-40B4-BE49-F238E27FC236}">
                  <a16:creationId xmlns:a16="http://schemas.microsoft.com/office/drawing/2014/main" id="{C9361C15-1575-4A66-A4C0-3CB7896D647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206" y="1072"/>
            <a:ext cx="125" cy="1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9" imgW="253800" imgH="241200" progId="Equation.3">
                    <p:embed/>
                  </p:oleObj>
                </mc:Choice>
                <mc:Fallback>
                  <p:oleObj name="公式" r:id="rId9" imgW="253800" imgH="241200" progId="Equation.3">
                    <p:embed/>
                    <p:pic>
                      <p:nvPicPr>
                        <p:cNvPr id="20498" name="Object 14">
                          <a:extLst>
                            <a:ext uri="{FF2B5EF4-FFF2-40B4-BE49-F238E27FC236}">
                              <a16:creationId xmlns:a16="http://schemas.microsoft.com/office/drawing/2014/main" id="{C9361C15-1575-4A66-A4C0-3CB7896D647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06" y="1072"/>
                          <a:ext cx="125" cy="1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499" name="Object 15">
              <a:extLst>
                <a:ext uri="{FF2B5EF4-FFF2-40B4-BE49-F238E27FC236}">
                  <a16:creationId xmlns:a16="http://schemas.microsoft.com/office/drawing/2014/main" id="{3E18499F-BAB7-4A2C-A7AB-3879D4CA240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195" y="800"/>
            <a:ext cx="125" cy="1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9" imgW="253800" imgH="241200" progId="Equation.3">
                    <p:embed/>
                  </p:oleObj>
                </mc:Choice>
                <mc:Fallback>
                  <p:oleObj name="公式" r:id="rId9" imgW="253800" imgH="241200" progId="Equation.3">
                    <p:embed/>
                    <p:pic>
                      <p:nvPicPr>
                        <p:cNvPr id="20499" name="Object 15">
                          <a:extLst>
                            <a:ext uri="{FF2B5EF4-FFF2-40B4-BE49-F238E27FC236}">
                              <a16:creationId xmlns:a16="http://schemas.microsoft.com/office/drawing/2014/main" id="{3E18499F-BAB7-4A2C-A7AB-3879D4CA240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95" y="800"/>
                          <a:ext cx="125" cy="1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00" name="Object 16">
              <a:extLst>
                <a:ext uri="{FF2B5EF4-FFF2-40B4-BE49-F238E27FC236}">
                  <a16:creationId xmlns:a16="http://schemas.microsoft.com/office/drawing/2014/main" id="{8C2CA7D8-6CD2-4D05-B7FB-B65219616F6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297" y="573"/>
            <a:ext cx="125" cy="1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9" imgW="253800" imgH="241200" progId="Equation.3">
                    <p:embed/>
                  </p:oleObj>
                </mc:Choice>
                <mc:Fallback>
                  <p:oleObj name="公式" r:id="rId9" imgW="253800" imgH="241200" progId="Equation.3">
                    <p:embed/>
                    <p:pic>
                      <p:nvPicPr>
                        <p:cNvPr id="20500" name="Object 16">
                          <a:extLst>
                            <a:ext uri="{FF2B5EF4-FFF2-40B4-BE49-F238E27FC236}">
                              <a16:creationId xmlns:a16="http://schemas.microsoft.com/office/drawing/2014/main" id="{8C2CA7D8-6CD2-4D05-B7FB-B65219616F6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97" y="573"/>
                          <a:ext cx="125" cy="1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01" name="Object 17">
              <a:extLst>
                <a:ext uri="{FF2B5EF4-FFF2-40B4-BE49-F238E27FC236}">
                  <a16:creationId xmlns:a16="http://schemas.microsoft.com/office/drawing/2014/main" id="{B3709725-6233-46FB-8BE7-45B13FAA92F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524" y="454"/>
            <a:ext cx="125" cy="1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9" imgW="253800" imgH="241200" progId="Equation.3">
                    <p:embed/>
                  </p:oleObj>
                </mc:Choice>
                <mc:Fallback>
                  <p:oleObj name="公式" r:id="rId9" imgW="253800" imgH="241200" progId="Equation.3">
                    <p:embed/>
                    <p:pic>
                      <p:nvPicPr>
                        <p:cNvPr id="20501" name="Object 17">
                          <a:extLst>
                            <a:ext uri="{FF2B5EF4-FFF2-40B4-BE49-F238E27FC236}">
                              <a16:creationId xmlns:a16="http://schemas.microsoft.com/office/drawing/2014/main" id="{B3709725-6233-46FB-8BE7-45B13FAA92F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24" y="454"/>
                          <a:ext cx="125" cy="1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02" name="Object 18">
              <a:extLst>
                <a:ext uri="{FF2B5EF4-FFF2-40B4-BE49-F238E27FC236}">
                  <a16:creationId xmlns:a16="http://schemas.microsoft.com/office/drawing/2014/main" id="{29167691-E022-4204-BBA8-7B979090AE4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751" y="437"/>
            <a:ext cx="125" cy="1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9" imgW="253800" imgH="241200" progId="Equation.3">
                    <p:embed/>
                  </p:oleObj>
                </mc:Choice>
                <mc:Fallback>
                  <p:oleObj name="公式" r:id="rId9" imgW="253800" imgH="241200" progId="Equation.3">
                    <p:embed/>
                    <p:pic>
                      <p:nvPicPr>
                        <p:cNvPr id="20502" name="Object 18">
                          <a:extLst>
                            <a:ext uri="{FF2B5EF4-FFF2-40B4-BE49-F238E27FC236}">
                              <a16:creationId xmlns:a16="http://schemas.microsoft.com/office/drawing/2014/main" id="{29167691-E022-4204-BBA8-7B979090AE4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51" y="437"/>
                          <a:ext cx="125" cy="1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03" name="Object 19">
              <a:extLst>
                <a:ext uri="{FF2B5EF4-FFF2-40B4-BE49-F238E27FC236}">
                  <a16:creationId xmlns:a16="http://schemas.microsoft.com/office/drawing/2014/main" id="{E15CAF18-DDC1-4871-BC23-747B976533B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977" y="499"/>
            <a:ext cx="125" cy="1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9" imgW="253800" imgH="241200" progId="Equation.3">
                    <p:embed/>
                  </p:oleObj>
                </mc:Choice>
                <mc:Fallback>
                  <p:oleObj name="公式" r:id="rId9" imgW="253800" imgH="241200" progId="Equation.3">
                    <p:embed/>
                    <p:pic>
                      <p:nvPicPr>
                        <p:cNvPr id="20503" name="Object 19">
                          <a:extLst>
                            <a:ext uri="{FF2B5EF4-FFF2-40B4-BE49-F238E27FC236}">
                              <a16:creationId xmlns:a16="http://schemas.microsoft.com/office/drawing/2014/main" id="{E15CAF18-DDC1-4871-BC23-747B976533B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77" y="499"/>
                          <a:ext cx="125" cy="1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04" name="Object 20">
              <a:extLst>
                <a:ext uri="{FF2B5EF4-FFF2-40B4-BE49-F238E27FC236}">
                  <a16:creationId xmlns:a16="http://schemas.microsoft.com/office/drawing/2014/main" id="{12F9D221-684C-469C-900D-164A678D1C7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113" y="664"/>
            <a:ext cx="125" cy="1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9" imgW="253800" imgH="241200" progId="Equation.3">
                    <p:embed/>
                  </p:oleObj>
                </mc:Choice>
                <mc:Fallback>
                  <p:oleObj name="公式" r:id="rId9" imgW="253800" imgH="241200" progId="Equation.3">
                    <p:embed/>
                    <p:pic>
                      <p:nvPicPr>
                        <p:cNvPr id="20504" name="Object 20">
                          <a:extLst>
                            <a:ext uri="{FF2B5EF4-FFF2-40B4-BE49-F238E27FC236}">
                              <a16:creationId xmlns:a16="http://schemas.microsoft.com/office/drawing/2014/main" id="{12F9D221-684C-469C-900D-164A678D1C7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13" y="664"/>
                          <a:ext cx="125" cy="1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05" name="Object 21">
              <a:extLst>
                <a:ext uri="{FF2B5EF4-FFF2-40B4-BE49-F238E27FC236}">
                  <a16:creationId xmlns:a16="http://schemas.microsoft.com/office/drawing/2014/main" id="{65063A16-65C0-45A8-96F6-94D7D0D8C60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193" y="817"/>
            <a:ext cx="125" cy="1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9" imgW="253800" imgH="241200" progId="Equation.3">
                    <p:embed/>
                  </p:oleObj>
                </mc:Choice>
                <mc:Fallback>
                  <p:oleObj name="公式" r:id="rId9" imgW="253800" imgH="241200" progId="Equation.3">
                    <p:embed/>
                    <p:pic>
                      <p:nvPicPr>
                        <p:cNvPr id="20505" name="Object 21">
                          <a:extLst>
                            <a:ext uri="{FF2B5EF4-FFF2-40B4-BE49-F238E27FC236}">
                              <a16:creationId xmlns:a16="http://schemas.microsoft.com/office/drawing/2014/main" id="{65063A16-65C0-45A8-96F6-94D7D0D8C60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93" y="817"/>
                          <a:ext cx="125" cy="1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9958" name="Object 22">
            <a:extLst>
              <a:ext uri="{FF2B5EF4-FFF2-40B4-BE49-F238E27FC236}">
                <a16:creationId xmlns:a16="http://schemas.microsoft.com/office/drawing/2014/main" id="{C81DFBC9-1C25-49A9-8FB5-F1DD446523C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86562" y="3421856"/>
          <a:ext cx="701279" cy="319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9" imgW="1320480" imgH="558720" progId="Equation.3">
                  <p:embed/>
                </p:oleObj>
              </mc:Choice>
              <mc:Fallback>
                <p:oleObj name="公式" r:id="rId19" imgW="1320480" imgH="558720" progId="Equation.3">
                  <p:embed/>
                  <p:pic>
                    <p:nvPicPr>
                      <p:cNvPr id="39958" name="Object 22">
                        <a:extLst>
                          <a:ext uri="{FF2B5EF4-FFF2-40B4-BE49-F238E27FC236}">
                            <a16:creationId xmlns:a16="http://schemas.microsoft.com/office/drawing/2014/main" id="{C81DFBC9-1C25-49A9-8FB5-F1DD446523C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6562" y="3421856"/>
                        <a:ext cx="701279" cy="3190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59" name="Object 23">
            <a:extLst>
              <a:ext uri="{FF2B5EF4-FFF2-40B4-BE49-F238E27FC236}">
                <a16:creationId xmlns:a16="http://schemas.microsoft.com/office/drawing/2014/main" id="{38EF23E8-824B-438F-AB22-CC6816B4671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53025" y="1525191"/>
          <a:ext cx="1633538" cy="7560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1" imgW="2577960" imgH="1066680" progId="Equation.3">
                  <p:embed/>
                </p:oleObj>
              </mc:Choice>
              <mc:Fallback>
                <p:oleObj name="公式" r:id="rId21" imgW="2577960" imgH="1066680" progId="Equation.3">
                  <p:embed/>
                  <p:pic>
                    <p:nvPicPr>
                      <p:cNvPr id="39959" name="Object 23">
                        <a:extLst>
                          <a:ext uri="{FF2B5EF4-FFF2-40B4-BE49-F238E27FC236}">
                            <a16:creationId xmlns:a16="http://schemas.microsoft.com/office/drawing/2014/main" id="{38EF23E8-824B-438F-AB22-CC6816B4671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53025" y="1525191"/>
                        <a:ext cx="1633538" cy="75604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60" name="Object 24">
            <a:extLst>
              <a:ext uri="{FF2B5EF4-FFF2-40B4-BE49-F238E27FC236}">
                <a16:creationId xmlns:a16="http://schemas.microsoft.com/office/drawing/2014/main" id="{44216C51-546C-4EB2-AFAB-BEFC470F444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29051" y="1749029"/>
          <a:ext cx="1079897" cy="3798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3" imgW="1587240" imgH="520560" progId="Equation.3">
                  <p:embed/>
                </p:oleObj>
              </mc:Choice>
              <mc:Fallback>
                <p:oleObj name="公式" r:id="rId23" imgW="1587240" imgH="520560" progId="Equation.3">
                  <p:embed/>
                  <p:pic>
                    <p:nvPicPr>
                      <p:cNvPr id="39960" name="Object 24">
                        <a:extLst>
                          <a:ext uri="{FF2B5EF4-FFF2-40B4-BE49-F238E27FC236}">
                            <a16:creationId xmlns:a16="http://schemas.microsoft.com/office/drawing/2014/main" id="{44216C51-546C-4EB2-AFAB-BEFC470F444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9051" y="1749029"/>
                        <a:ext cx="1079897" cy="37980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61" name="Text Box 25">
            <a:extLst>
              <a:ext uri="{FF2B5EF4-FFF2-40B4-BE49-F238E27FC236}">
                <a16:creationId xmlns:a16="http://schemas.microsoft.com/office/drawing/2014/main" id="{F1E867D8-49F7-4642-B998-49332139F8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6655" y="1702594"/>
            <a:ext cx="1008609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 sz="2100" b="1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解：</a:t>
            </a:r>
            <a:r>
              <a:rPr lang="zh-CN" altLang="en-US" sz="1725" b="1">
                <a:solidFill>
                  <a:srgbClr val="000066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   </a:t>
            </a:r>
          </a:p>
        </p:txBody>
      </p:sp>
      <p:sp>
        <p:nvSpPr>
          <p:cNvPr id="39962" name="Rectangle 26">
            <a:extLst>
              <a:ext uri="{FF2B5EF4-FFF2-40B4-BE49-F238E27FC236}">
                <a16:creationId xmlns:a16="http://schemas.microsoft.com/office/drawing/2014/main" id="{DCAB1819-263D-444A-9C22-FC917889A4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5242" y="1701403"/>
            <a:ext cx="1835944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 sz="2100" b="1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由高斯定理得</a:t>
            </a:r>
          </a:p>
        </p:txBody>
      </p:sp>
      <p:graphicFrame>
        <p:nvGraphicFramePr>
          <p:cNvPr id="39963" name="Object 27">
            <a:extLst>
              <a:ext uri="{FF2B5EF4-FFF2-40B4-BE49-F238E27FC236}">
                <a16:creationId xmlns:a16="http://schemas.microsoft.com/office/drawing/2014/main" id="{A4D93773-E0DB-498F-B72F-8EE5D46A96C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28801" y="2377680"/>
          <a:ext cx="1889522" cy="5976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5" imgW="2641320" imgH="825480" progId="Equation.3">
                  <p:embed/>
                </p:oleObj>
              </mc:Choice>
              <mc:Fallback>
                <p:oleObj name="公式" r:id="rId25" imgW="2641320" imgH="825480" progId="Equation.3">
                  <p:embed/>
                  <p:pic>
                    <p:nvPicPr>
                      <p:cNvPr id="39963" name="Object 27">
                        <a:extLst>
                          <a:ext uri="{FF2B5EF4-FFF2-40B4-BE49-F238E27FC236}">
                            <a16:creationId xmlns:a16="http://schemas.microsoft.com/office/drawing/2014/main" id="{A4D93773-E0DB-498F-B72F-8EE5D46A96C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1" y="2377680"/>
                        <a:ext cx="1889522" cy="59769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64" name="Object 28">
            <a:extLst>
              <a:ext uri="{FF2B5EF4-FFF2-40B4-BE49-F238E27FC236}">
                <a16:creationId xmlns:a16="http://schemas.microsoft.com/office/drawing/2014/main" id="{57C382B9-72DA-40C2-9935-9DECA212D48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18085" y="3306366"/>
          <a:ext cx="3024188" cy="757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7" imgW="3797280" imgH="952200" progId="Equation.3">
                  <p:embed/>
                </p:oleObj>
              </mc:Choice>
              <mc:Fallback>
                <p:oleObj name="公式" r:id="rId27" imgW="3797280" imgH="952200" progId="Equation.3">
                  <p:embed/>
                  <p:pic>
                    <p:nvPicPr>
                      <p:cNvPr id="39964" name="Object 28">
                        <a:extLst>
                          <a:ext uri="{FF2B5EF4-FFF2-40B4-BE49-F238E27FC236}">
                            <a16:creationId xmlns:a16="http://schemas.microsoft.com/office/drawing/2014/main" id="{57C382B9-72DA-40C2-9935-9DECA212D48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8085" y="3306366"/>
                        <a:ext cx="3024188" cy="7572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65" name="Object 29">
            <a:extLst>
              <a:ext uri="{FF2B5EF4-FFF2-40B4-BE49-F238E27FC236}">
                <a16:creationId xmlns:a16="http://schemas.microsoft.com/office/drawing/2014/main" id="{85A442B4-BE22-4A41-B8B0-0B46BAE06E1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49430" y="3213498"/>
          <a:ext cx="1188244" cy="7965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9" imgW="1460160" imgH="1002960" progId="Equation.3">
                  <p:embed/>
                </p:oleObj>
              </mc:Choice>
              <mc:Fallback>
                <p:oleObj name="公式" r:id="rId29" imgW="1460160" imgH="1002960" progId="Equation.3">
                  <p:embed/>
                  <p:pic>
                    <p:nvPicPr>
                      <p:cNvPr id="39965" name="Object 29">
                        <a:extLst>
                          <a:ext uri="{FF2B5EF4-FFF2-40B4-BE49-F238E27FC236}">
                            <a16:creationId xmlns:a16="http://schemas.microsoft.com/office/drawing/2014/main" id="{85A442B4-BE22-4A41-B8B0-0B46BAE06E1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9430" y="3213498"/>
                        <a:ext cx="1188244" cy="79652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66" name="Text Box 30">
            <a:extLst>
              <a:ext uri="{FF2B5EF4-FFF2-40B4-BE49-F238E27FC236}">
                <a16:creationId xmlns:a16="http://schemas.microsoft.com/office/drawing/2014/main" id="{EE158BF8-6978-4AF1-8B5C-246942EEBC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1533" y="4451747"/>
            <a:ext cx="1229824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 sz="2100" b="1">
                <a:solidFill>
                  <a:srgbClr val="0066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另解</a:t>
            </a:r>
            <a:r>
              <a:rPr lang="zh-CN" altLang="en-US" sz="1725" b="1">
                <a:solidFill>
                  <a:srgbClr val="0066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：    </a:t>
            </a:r>
          </a:p>
        </p:txBody>
      </p:sp>
      <p:graphicFrame>
        <p:nvGraphicFramePr>
          <p:cNvPr id="39967" name="Object 31">
            <a:extLst>
              <a:ext uri="{FF2B5EF4-FFF2-40B4-BE49-F238E27FC236}">
                <a16:creationId xmlns:a16="http://schemas.microsoft.com/office/drawing/2014/main" id="{08C5D722-08AE-4C40-A263-13E6BDC99B7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50281" y="4549379"/>
          <a:ext cx="1457325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1" imgW="2768400" imgH="482400" progId="Equation.3">
                  <p:embed/>
                </p:oleObj>
              </mc:Choice>
              <mc:Fallback>
                <p:oleObj name="公式" r:id="rId31" imgW="2768400" imgH="482400" progId="Equation.3">
                  <p:embed/>
                  <p:pic>
                    <p:nvPicPr>
                      <p:cNvPr id="39967" name="Object 31">
                        <a:extLst>
                          <a:ext uri="{FF2B5EF4-FFF2-40B4-BE49-F238E27FC236}">
                            <a16:creationId xmlns:a16="http://schemas.microsoft.com/office/drawing/2014/main" id="{08C5D722-08AE-4C40-A263-13E6BDC99B7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50281" y="4549379"/>
                        <a:ext cx="1457325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68" name="Object 32">
            <a:extLst>
              <a:ext uri="{FF2B5EF4-FFF2-40B4-BE49-F238E27FC236}">
                <a16:creationId xmlns:a16="http://schemas.microsoft.com/office/drawing/2014/main" id="{62C66DED-8EEF-4191-BAE7-8787E06BA3F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48114" y="4310064"/>
          <a:ext cx="1218010" cy="7798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3" imgW="1320480" imgH="939600" progId="Equation.3">
                  <p:embed/>
                </p:oleObj>
              </mc:Choice>
              <mc:Fallback>
                <p:oleObj name="公式" r:id="rId33" imgW="1320480" imgH="939600" progId="Equation.3">
                  <p:embed/>
                  <p:pic>
                    <p:nvPicPr>
                      <p:cNvPr id="39968" name="Object 32">
                        <a:extLst>
                          <a:ext uri="{FF2B5EF4-FFF2-40B4-BE49-F238E27FC236}">
                            <a16:creationId xmlns:a16="http://schemas.microsoft.com/office/drawing/2014/main" id="{62C66DED-8EEF-4191-BAE7-8787E06BA3F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48114" y="4310064"/>
                        <a:ext cx="1218010" cy="7798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69" name="Object 33">
            <a:extLst>
              <a:ext uri="{FF2B5EF4-FFF2-40B4-BE49-F238E27FC236}">
                <a16:creationId xmlns:a16="http://schemas.microsoft.com/office/drawing/2014/main" id="{79D8C7F2-D695-482E-B772-6A806430450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74470" y="4336257"/>
          <a:ext cx="1188244" cy="8072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5" imgW="1460160" imgH="1002960" progId="Equation.3">
                  <p:embed/>
                </p:oleObj>
              </mc:Choice>
              <mc:Fallback>
                <p:oleObj name="公式" r:id="rId35" imgW="1460160" imgH="1002960" progId="Equation.3">
                  <p:embed/>
                  <p:pic>
                    <p:nvPicPr>
                      <p:cNvPr id="39969" name="Object 33">
                        <a:extLst>
                          <a:ext uri="{FF2B5EF4-FFF2-40B4-BE49-F238E27FC236}">
                            <a16:creationId xmlns:a16="http://schemas.microsoft.com/office/drawing/2014/main" id="{79D8C7F2-D695-482E-B772-6A806430450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74470" y="4336257"/>
                        <a:ext cx="1188244" cy="80724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70" name="Object 34">
            <a:extLst>
              <a:ext uri="{FF2B5EF4-FFF2-40B4-BE49-F238E27FC236}">
                <a16:creationId xmlns:a16="http://schemas.microsoft.com/office/drawing/2014/main" id="{11255B3E-E6F6-4083-91BA-F75DC7F89AC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54028" y="2386014"/>
          <a:ext cx="3671888" cy="6512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7" imgW="4368600" imgH="825480" progId="Equation.3">
                  <p:embed/>
                </p:oleObj>
              </mc:Choice>
              <mc:Fallback>
                <p:oleObj name="公式" r:id="rId37" imgW="4368600" imgH="825480" progId="Equation.3">
                  <p:embed/>
                  <p:pic>
                    <p:nvPicPr>
                      <p:cNvPr id="39970" name="Object 34">
                        <a:extLst>
                          <a:ext uri="{FF2B5EF4-FFF2-40B4-BE49-F238E27FC236}">
                            <a16:creationId xmlns:a16="http://schemas.microsoft.com/office/drawing/2014/main" id="{11255B3E-E6F6-4083-91BA-F75DC7F89AC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4028" y="2386014"/>
                        <a:ext cx="3671888" cy="65127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71" name="Text Box 35">
            <a:extLst>
              <a:ext uri="{FF2B5EF4-FFF2-40B4-BE49-F238E27FC236}">
                <a16:creationId xmlns:a16="http://schemas.microsoft.com/office/drawing/2014/main" id="{8A923E7D-79D4-451D-BFE0-8800E80145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7300" y="971550"/>
            <a:ext cx="6515100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100" b="1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 2: 求半径为</a:t>
            </a:r>
            <a:r>
              <a:rPr lang="en-US" altLang="zh-CN" sz="2100" b="1" i="1">
                <a:solidFill>
                  <a:srgbClr val="FF0000"/>
                </a:solidFill>
                <a:ea typeface="华文中宋" panose="02010600040101010101" pitchFamily="2" charset="-122"/>
              </a:rPr>
              <a:t>R</a:t>
            </a:r>
            <a:r>
              <a:rPr lang="en-US" altLang="zh-CN" sz="2100" b="1">
                <a:solidFill>
                  <a:srgbClr val="FF0000"/>
                </a:solidFill>
                <a:ea typeface="华文中宋" panose="02010600040101010101" pitchFamily="2" charset="-122"/>
              </a:rPr>
              <a:t> </a:t>
            </a:r>
            <a:r>
              <a:rPr lang="en-US" altLang="zh-CN" sz="2100" b="1">
                <a:solidFill>
                  <a:srgbClr val="000066"/>
                </a:solidFill>
                <a:ea typeface="黑体" panose="02010609060101010101" pitchFamily="49" charset="-122"/>
              </a:rPr>
              <a:t>、</a:t>
            </a:r>
            <a:r>
              <a:rPr lang="zh-CN" altLang="en-US" sz="2100" b="1">
                <a:solidFill>
                  <a:srgbClr val="000066"/>
                </a:solidFill>
                <a:ea typeface="黑体" panose="02010609060101010101" pitchFamily="49" charset="-122"/>
              </a:rPr>
              <a:t>带</a:t>
            </a:r>
            <a:r>
              <a:rPr lang="zh-CN" altLang="en-US" sz="2100" b="1">
                <a:solidFill>
                  <a:srgbClr val="000066"/>
                </a:solidFill>
                <a:latin typeface="华文中宋" panose="02010600040101010101" pitchFamily="2" charset="-122"/>
                <a:ea typeface="黑体" panose="02010609060101010101" pitchFamily="49" charset="-122"/>
              </a:rPr>
              <a:t>电量为</a:t>
            </a:r>
            <a:r>
              <a:rPr lang="en-US" altLang="zh-CN" sz="2100" b="1" i="1">
                <a:solidFill>
                  <a:srgbClr val="FF0000"/>
                </a:solidFill>
                <a:ea typeface="华文中宋" panose="02010600040101010101" pitchFamily="2" charset="-122"/>
              </a:rPr>
              <a:t>q </a:t>
            </a:r>
            <a:r>
              <a:rPr lang="zh-CN" altLang="en-US" sz="2100" b="1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lang="zh-CN" altLang="en-US" sz="21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均匀带电球面</a:t>
            </a:r>
            <a:r>
              <a:rPr lang="zh-CN" altLang="en-US" sz="2100" b="1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的静</a:t>
            </a:r>
          </a:p>
          <a:p>
            <a:pPr eaLnBrk="1" hangingPunct="1"/>
            <a:r>
              <a:rPr lang="zh-CN" altLang="en-US" sz="2100" b="1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电能。</a:t>
            </a:r>
            <a:endParaRPr lang="zh-CN" altLang="en-US" sz="2100">
              <a:solidFill>
                <a:srgbClr val="000066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9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9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9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9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9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9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9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9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39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39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9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39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39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61" grpId="0" autoUpdateAnimBg="0"/>
      <p:bldP spid="39962" grpId="0" autoUpdateAnimBg="0"/>
      <p:bldP spid="39966" grpId="0" autoUpdateAnimBg="0"/>
      <p:bldP spid="39971" grpId="0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A6C107-92A1-7910-8EA4-DB2246CAD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8">
            <a:extLst>
              <a:ext uri="{FF2B5EF4-FFF2-40B4-BE49-F238E27FC236}">
                <a16:creationId xmlns:a16="http://schemas.microsoft.com/office/drawing/2014/main" id="{109D9C58-4ECD-FE1D-4979-C0EB6A2018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44" y="188640"/>
            <a:ext cx="7847701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 type="none" w="med" len="lg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Century Schoolbook" panose="02040604050505020304" pitchFamily="18" charset="0"/>
              </a:rPr>
              <a:t>例</a:t>
            </a:r>
            <a:r>
              <a:rPr lang="en-US" altLang="zh-CN" sz="2800" dirty="0">
                <a:latin typeface="Century Schoolbook" panose="02040604050505020304" pitchFamily="18" charset="0"/>
              </a:rPr>
              <a:t>2</a:t>
            </a:r>
            <a:r>
              <a:rPr lang="zh-CN" altLang="en-US" sz="2800" b="1" dirty="0">
                <a:latin typeface="Century Schoolbook" panose="02040604050505020304" pitchFamily="18" charset="0"/>
              </a:rPr>
              <a:t>：同轴电缆由内径为 </a:t>
            </a:r>
            <a:r>
              <a:rPr lang="en-US" altLang="zh-CN" sz="2800" i="1" dirty="0">
                <a:latin typeface="Century Schoolbook" panose="02040604050505020304" pitchFamily="18" charset="0"/>
              </a:rPr>
              <a:t>R</a:t>
            </a:r>
            <a:r>
              <a:rPr lang="en-US" altLang="zh-CN" sz="2800" baseline="-25000" dirty="0">
                <a:latin typeface="Century Schoolbook" panose="02040604050505020304" pitchFamily="18" charset="0"/>
              </a:rPr>
              <a:t>1</a:t>
            </a:r>
            <a:r>
              <a:rPr lang="zh-CN" altLang="en-US" sz="2800" b="1" dirty="0">
                <a:latin typeface="Century Schoolbook" panose="02040604050505020304" pitchFamily="18" charset="0"/>
              </a:rPr>
              <a:t>、外径为 </a:t>
            </a:r>
            <a:r>
              <a:rPr lang="en-US" altLang="zh-CN" sz="2800" i="1" dirty="0">
                <a:latin typeface="Century Schoolbook" panose="02040604050505020304" pitchFamily="18" charset="0"/>
              </a:rPr>
              <a:t>R</a:t>
            </a:r>
            <a:r>
              <a:rPr lang="en-US" altLang="zh-CN" sz="2800" baseline="-25000" dirty="0">
                <a:latin typeface="Century Schoolbook" panose="02040604050505020304" pitchFamily="18" charset="0"/>
              </a:rPr>
              <a:t>2</a:t>
            </a:r>
            <a:r>
              <a:rPr lang="zh-CN" altLang="en-US" sz="2800" b="1" dirty="0">
                <a:latin typeface="Century Schoolbook" panose="02040604050505020304" pitchFamily="18" charset="0"/>
              </a:rPr>
              <a:t>的两无限长金属圆柱面构成，单位长度带电量分别为 </a:t>
            </a:r>
            <a:r>
              <a:rPr lang="en-US" altLang="zh-CN" sz="2800" b="1" dirty="0">
                <a:latin typeface="Century Schoolbook" panose="02040604050505020304" pitchFamily="18" charset="0"/>
              </a:rPr>
              <a:t>+</a:t>
            </a:r>
            <a:r>
              <a:rPr lang="en-US" altLang="zh-CN" sz="2800" i="1" dirty="0">
                <a:latin typeface="Century Schoolbook" panose="02040604050505020304" pitchFamily="18" charset="0"/>
                <a:sym typeface="Symbol" panose="05050102010706020507" pitchFamily="18" charset="2"/>
              </a:rPr>
              <a:t></a:t>
            </a:r>
            <a:r>
              <a:rPr lang="zh-CN" altLang="en-US" sz="2800" b="1" dirty="0">
                <a:latin typeface="Century Schoolbook" panose="02040604050505020304" pitchFamily="18" charset="0"/>
                <a:sym typeface="Symbol" panose="05050102010706020507" pitchFamily="18" charset="2"/>
              </a:rPr>
              <a:t>、 </a:t>
            </a:r>
            <a:r>
              <a:rPr lang="en-US" altLang="zh-CN" sz="2800" b="1" dirty="0">
                <a:latin typeface="Century Schoolbook" panose="02040604050505020304" pitchFamily="18" charset="0"/>
                <a:sym typeface="Symbol" panose="05050102010706020507" pitchFamily="18" charset="2"/>
              </a:rPr>
              <a:t>-</a:t>
            </a:r>
            <a:r>
              <a:rPr lang="en-US" altLang="zh-CN" sz="2800" i="1" dirty="0">
                <a:latin typeface="Century Schoolbook" panose="02040604050505020304" pitchFamily="18" charset="0"/>
                <a:sym typeface="Symbol" panose="05050102010706020507" pitchFamily="18" charset="2"/>
              </a:rPr>
              <a:t></a:t>
            </a:r>
            <a:r>
              <a:rPr lang="zh-CN" altLang="en-US" sz="2800" b="1" dirty="0">
                <a:latin typeface="Century Schoolbook" panose="02040604050505020304" pitchFamily="18" charset="0"/>
                <a:sym typeface="Symbol" panose="05050102010706020507" pitchFamily="18" charset="2"/>
              </a:rPr>
              <a:t>，其间充有 </a:t>
            </a:r>
            <a:r>
              <a:rPr lang="zh-CN" altLang="en-US" sz="2800" i="1" dirty="0">
                <a:latin typeface="Century Schoolbook" panose="02040604050505020304" pitchFamily="18" charset="0"/>
                <a:sym typeface="Symbol" panose="05050102010706020507" pitchFamily="18" charset="2"/>
              </a:rPr>
              <a:t></a:t>
            </a:r>
            <a:r>
              <a:rPr lang="en-US" altLang="zh-CN" sz="2800" i="1" baseline="-25000" dirty="0">
                <a:latin typeface="Century Schoolbook" panose="02040604050505020304" pitchFamily="18" charset="0"/>
                <a:sym typeface="Symbol" panose="05050102010706020507" pitchFamily="18" charset="2"/>
              </a:rPr>
              <a:t>r </a:t>
            </a:r>
            <a:r>
              <a:rPr lang="zh-CN" altLang="en-US" sz="2800" b="1" dirty="0">
                <a:latin typeface="Century Schoolbook" panose="02040604050505020304" pitchFamily="18" charset="0"/>
                <a:sym typeface="Symbol" panose="05050102010706020507" pitchFamily="18" charset="2"/>
              </a:rPr>
              <a:t>电介质。求： ①两柱面间的场强 </a:t>
            </a:r>
            <a:r>
              <a:rPr lang="en-US" altLang="zh-CN" sz="2800" i="1" dirty="0">
                <a:latin typeface="Century Schoolbook" panose="02040604050505020304" pitchFamily="18" charset="0"/>
                <a:sym typeface="Symbol" panose="05050102010706020507" pitchFamily="18" charset="2"/>
              </a:rPr>
              <a:t>E</a:t>
            </a:r>
            <a:r>
              <a:rPr lang="zh-CN" altLang="en-US" sz="2800" b="1" dirty="0">
                <a:latin typeface="Century Schoolbook" panose="02040604050505020304" pitchFamily="18" charset="0"/>
                <a:sym typeface="Symbol" panose="05050102010706020507" pitchFamily="18" charset="2"/>
              </a:rPr>
              <a:t>；②电势差 </a:t>
            </a:r>
            <a:r>
              <a:rPr lang="en-US" altLang="zh-CN" sz="2800" i="1" dirty="0">
                <a:latin typeface="Century Schoolbook" panose="02040604050505020304" pitchFamily="18" charset="0"/>
                <a:sym typeface="Symbol" panose="05050102010706020507" pitchFamily="18" charset="2"/>
              </a:rPr>
              <a:t>U</a:t>
            </a:r>
            <a:r>
              <a:rPr lang="zh-CN" altLang="en-US" sz="2800" b="1" dirty="0">
                <a:latin typeface="Century Schoolbook" panose="02040604050505020304" pitchFamily="18" charset="0"/>
                <a:sym typeface="Symbol" panose="05050102010706020507" pitchFamily="18" charset="2"/>
              </a:rPr>
              <a:t>；③单位长度电容 ；④单位长度贮存能量。</a:t>
            </a:r>
            <a:endParaRPr lang="zh-CN" altLang="en-US" sz="2800" b="1" dirty="0">
              <a:latin typeface="Century Schoolbook" panose="02040604050505020304" pitchFamily="18" charset="0"/>
            </a:endParaRPr>
          </a:p>
        </p:txBody>
      </p:sp>
      <p:pic>
        <p:nvPicPr>
          <p:cNvPr id="37" name="图片 36">
            <a:extLst>
              <a:ext uri="{FF2B5EF4-FFF2-40B4-BE49-F238E27FC236}">
                <a16:creationId xmlns:a16="http://schemas.microsoft.com/office/drawing/2014/main" id="{D7BA99C8-224A-B0F8-BA66-BE77522250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0152" y="2204864"/>
            <a:ext cx="3029106" cy="4311872"/>
          </a:xfrm>
          <a:prstGeom prst="rect">
            <a:avLst/>
          </a:prstGeom>
        </p:spPr>
      </p:pic>
      <p:graphicFrame>
        <p:nvGraphicFramePr>
          <p:cNvPr id="38" name="Object 49">
            <a:extLst>
              <a:ext uri="{FF2B5EF4-FFF2-40B4-BE49-F238E27FC236}">
                <a16:creationId xmlns:a16="http://schemas.microsoft.com/office/drawing/2014/main" id="{14A6F7DA-10C1-9314-DDD6-005DB570942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2766542"/>
              </p:ext>
            </p:extLst>
          </p:nvPr>
        </p:nvGraphicFramePr>
        <p:xfrm>
          <a:off x="2970277" y="2706736"/>
          <a:ext cx="1943100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028520" imgH="393480" progId="Equation.3">
                  <p:embed/>
                </p:oleObj>
              </mc:Choice>
              <mc:Fallback>
                <p:oleObj name="Equation" r:id="rId3" imgW="1028520" imgH="393480" progId="Equation.3">
                  <p:embed/>
                  <p:pic>
                    <p:nvPicPr>
                      <p:cNvPr id="123953" name="Object 49">
                        <a:extLst>
                          <a:ext uri="{FF2B5EF4-FFF2-40B4-BE49-F238E27FC236}">
                            <a16:creationId xmlns:a16="http://schemas.microsoft.com/office/drawing/2014/main" id="{41DA0EB2-160D-43B2-B0C1-F737CAC1455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0277" y="2706736"/>
                        <a:ext cx="1943100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Object 50">
            <a:extLst>
              <a:ext uri="{FF2B5EF4-FFF2-40B4-BE49-F238E27FC236}">
                <a16:creationId xmlns:a16="http://schemas.microsoft.com/office/drawing/2014/main" id="{424BACC8-E632-55B4-360F-0380CBAEC95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307981"/>
              </p:ext>
            </p:extLst>
          </p:nvPr>
        </p:nvGraphicFramePr>
        <p:xfrm>
          <a:off x="1771650" y="3544526"/>
          <a:ext cx="1866900" cy="4738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799920" imgH="203040" progId="Equation.3">
                  <p:embed/>
                </p:oleObj>
              </mc:Choice>
              <mc:Fallback>
                <p:oleObj name="Equation" r:id="rId5" imgW="799920" imgH="203040" progId="Equation.3">
                  <p:embed/>
                  <p:pic>
                    <p:nvPicPr>
                      <p:cNvPr id="123954" name="Object 50">
                        <a:extLst>
                          <a:ext uri="{FF2B5EF4-FFF2-40B4-BE49-F238E27FC236}">
                            <a16:creationId xmlns:a16="http://schemas.microsoft.com/office/drawing/2014/main" id="{156A5BBA-C0C7-4E0F-B2C6-36B7276F57D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1650" y="3544526"/>
                        <a:ext cx="1866900" cy="47386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Object 51">
            <a:extLst>
              <a:ext uri="{FF2B5EF4-FFF2-40B4-BE49-F238E27FC236}">
                <a16:creationId xmlns:a16="http://schemas.microsoft.com/office/drawing/2014/main" id="{FBAD3CD5-7483-2B9E-287F-130EBC0F15D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5156933"/>
              </p:ext>
            </p:extLst>
          </p:nvPr>
        </p:nvGraphicFramePr>
        <p:xfrm>
          <a:off x="1895476" y="3849440"/>
          <a:ext cx="1371600" cy="7881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685800" imgH="393480" progId="Equation.3">
                  <p:embed/>
                </p:oleObj>
              </mc:Choice>
              <mc:Fallback>
                <p:oleObj name="Equation" r:id="rId7" imgW="685800" imgH="393480" progId="Equation.3">
                  <p:embed/>
                  <p:pic>
                    <p:nvPicPr>
                      <p:cNvPr id="123955" name="Object 51">
                        <a:extLst>
                          <a:ext uri="{FF2B5EF4-FFF2-40B4-BE49-F238E27FC236}">
                            <a16:creationId xmlns:a16="http://schemas.microsoft.com/office/drawing/2014/main" id="{89419B86-3794-496A-8CCF-189A5B51F9A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5476" y="3849440"/>
                        <a:ext cx="1371600" cy="78819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Text Box 52">
            <a:extLst>
              <a:ext uri="{FF2B5EF4-FFF2-40B4-BE49-F238E27FC236}">
                <a16:creationId xmlns:a16="http://schemas.microsoft.com/office/drawing/2014/main" id="{ED9A8551-3E3C-04C4-B0B8-16E148CD52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575" y="4791693"/>
            <a:ext cx="97155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 type="none" w="med" len="lg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Century Schoolbook" panose="02040604050505020304" pitchFamily="18" charset="0"/>
              </a:rPr>
              <a:t>场强</a:t>
            </a:r>
          </a:p>
        </p:txBody>
      </p:sp>
      <p:graphicFrame>
        <p:nvGraphicFramePr>
          <p:cNvPr id="42" name="Object 53">
            <a:extLst>
              <a:ext uri="{FF2B5EF4-FFF2-40B4-BE49-F238E27FC236}">
                <a16:creationId xmlns:a16="http://schemas.microsoft.com/office/drawing/2014/main" id="{6B969746-DEA2-B5EE-8AFE-B8DDEDE1044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2170270"/>
              </p:ext>
            </p:extLst>
          </p:nvPr>
        </p:nvGraphicFramePr>
        <p:xfrm>
          <a:off x="1462624" y="4826695"/>
          <a:ext cx="1085850" cy="7679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1650960" imgH="1168200" progId="Equation.3">
                  <p:embed/>
                </p:oleObj>
              </mc:Choice>
              <mc:Fallback>
                <p:oleObj name="公式" r:id="rId9" imgW="1650960" imgH="1168200" progId="Equation.3">
                  <p:embed/>
                  <p:pic>
                    <p:nvPicPr>
                      <p:cNvPr id="123957" name="Object 53">
                        <a:extLst>
                          <a:ext uri="{FF2B5EF4-FFF2-40B4-BE49-F238E27FC236}">
                            <a16:creationId xmlns:a16="http://schemas.microsoft.com/office/drawing/2014/main" id="{4569CDCF-3F30-4C06-B999-53523D83505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2624" y="4826695"/>
                        <a:ext cx="1085850" cy="7679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Object 54">
            <a:extLst>
              <a:ext uri="{FF2B5EF4-FFF2-40B4-BE49-F238E27FC236}">
                <a16:creationId xmlns:a16="http://schemas.microsoft.com/office/drawing/2014/main" id="{F00737B8-B07D-8EDA-EFDF-D4E7F779E34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4114107"/>
              </p:ext>
            </p:extLst>
          </p:nvPr>
        </p:nvGraphicFramePr>
        <p:xfrm>
          <a:off x="2769326" y="4760129"/>
          <a:ext cx="1200150" cy="766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1828800" imgH="1168200" progId="Equation.3">
                  <p:embed/>
                </p:oleObj>
              </mc:Choice>
              <mc:Fallback>
                <p:oleObj name="公式" r:id="rId11" imgW="1828800" imgH="1168200" progId="Equation.3">
                  <p:embed/>
                  <p:pic>
                    <p:nvPicPr>
                      <p:cNvPr id="123958" name="Object 54">
                        <a:extLst>
                          <a:ext uri="{FF2B5EF4-FFF2-40B4-BE49-F238E27FC236}">
                            <a16:creationId xmlns:a16="http://schemas.microsoft.com/office/drawing/2014/main" id="{12A1544C-5D36-4263-9806-505E31DAD02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9326" y="4760129"/>
                        <a:ext cx="1200150" cy="766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tx1"/>
                            </a:solidFill>
                            <a:miter lim="800000"/>
                            <a:headEnd type="none" w="med" len="lg"/>
                            <a:tailEnd type="none" w="med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" name="Text Box 56">
            <a:extLst>
              <a:ext uri="{FF2B5EF4-FFF2-40B4-BE49-F238E27FC236}">
                <a16:creationId xmlns:a16="http://schemas.microsoft.com/office/drawing/2014/main" id="{95F6DA5D-21E3-8633-151D-4C2632A4FA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8066" y="2764908"/>
            <a:ext cx="2457450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 type="none" w="med" len="lg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100" b="1" dirty="0">
                <a:latin typeface="Century Schoolbook" panose="02040604050505020304" pitchFamily="18" charset="0"/>
              </a:rPr>
              <a:t>由介质中高斯定理：</a:t>
            </a:r>
          </a:p>
        </p:txBody>
      </p:sp>
    </p:spTree>
    <p:extLst>
      <p:ext uri="{BB962C8B-B14F-4D97-AF65-F5344CB8AC3E}">
        <p14:creationId xmlns:p14="http://schemas.microsoft.com/office/powerpoint/2010/main" val="1988251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utoUpdateAnimBg="0"/>
      <p:bldP spid="44" grpId="0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灯片编号占位符 3">
            <a:extLst>
              <a:ext uri="{FF2B5EF4-FFF2-40B4-BE49-F238E27FC236}">
                <a16:creationId xmlns:a16="http://schemas.microsoft.com/office/drawing/2014/main" id="{613EE91F-059F-46C6-A870-28022D0EF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427A0-1D2B-49A2-92A6-67F6CC96678A}" type="slidenum">
              <a:rPr lang="en-US" altLang="zh-CN"/>
              <a:pPr/>
              <a:t>29</a:t>
            </a:fld>
            <a:endParaRPr lang="en-US" altLang="zh-CN"/>
          </a:p>
        </p:txBody>
      </p:sp>
      <p:sp>
        <p:nvSpPr>
          <p:cNvPr id="124930" name="Rectangle 2">
            <a:extLst>
              <a:ext uri="{FF2B5EF4-FFF2-40B4-BE49-F238E27FC236}">
                <a16:creationId xmlns:a16="http://schemas.microsoft.com/office/drawing/2014/main" id="{44D19A4F-5AA2-4371-AB6E-D0C724E64B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975" y="410616"/>
            <a:ext cx="224452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 type="none" w="med" len="lg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 dirty="0">
                <a:latin typeface="Century Schoolbook" panose="02040604050505020304" pitchFamily="18" charset="0"/>
                <a:sym typeface="Symbol" panose="05050102010706020507" pitchFamily="18" charset="2"/>
              </a:rPr>
              <a:t>②</a:t>
            </a:r>
            <a:r>
              <a:rPr lang="zh-CN" altLang="en-US" sz="3200" b="1" dirty="0">
                <a:latin typeface="Century Schoolbook" panose="02040604050505020304" pitchFamily="18" charset="0"/>
                <a:sym typeface="Symbol" panose="05050102010706020507" pitchFamily="18" charset="2"/>
              </a:rPr>
              <a:t>极间电压</a:t>
            </a:r>
          </a:p>
        </p:txBody>
      </p:sp>
      <p:graphicFrame>
        <p:nvGraphicFramePr>
          <p:cNvPr id="124931" name="Object 3">
            <a:extLst>
              <a:ext uri="{FF2B5EF4-FFF2-40B4-BE49-F238E27FC236}">
                <a16:creationId xmlns:a16="http://schemas.microsoft.com/office/drawing/2014/main" id="{5A7A56F6-5D30-46CA-98A7-3D77FD9918C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0195680"/>
              </p:ext>
            </p:extLst>
          </p:nvPr>
        </p:nvGraphicFramePr>
        <p:xfrm>
          <a:off x="2784367" y="1228724"/>
          <a:ext cx="1266825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688760" imgH="698400" progId="Equation.3">
                  <p:embed/>
                </p:oleObj>
              </mc:Choice>
              <mc:Fallback>
                <p:oleObj name="公式" r:id="rId2" imgW="1688760" imgH="698400" progId="Equation.3">
                  <p:embed/>
                  <p:pic>
                    <p:nvPicPr>
                      <p:cNvPr id="124931" name="Object 3">
                        <a:extLst>
                          <a:ext uri="{FF2B5EF4-FFF2-40B4-BE49-F238E27FC236}">
                            <a16:creationId xmlns:a16="http://schemas.microsoft.com/office/drawing/2014/main" id="{5A7A56F6-5D30-46CA-98A7-3D77FD9918C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4367" y="1228724"/>
                        <a:ext cx="1266825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tx1"/>
                            </a:solidFill>
                            <a:miter lim="800000"/>
                            <a:headEnd type="none" w="med" len="lg"/>
                            <a:tailEnd type="none" w="med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4932" name="Object 4">
            <a:extLst>
              <a:ext uri="{FF2B5EF4-FFF2-40B4-BE49-F238E27FC236}">
                <a16:creationId xmlns:a16="http://schemas.microsoft.com/office/drawing/2014/main" id="{B53216C8-F2F6-4764-85B0-97FF6948441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6544558"/>
              </p:ext>
            </p:extLst>
          </p:nvPr>
        </p:nvGraphicFramePr>
        <p:xfrm>
          <a:off x="1171575" y="1140643"/>
          <a:ext cx="1600200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27000" imgH="355320" progId="Equation.3">
                  <p:embed/>
                </p:oleObj>
              </mc:Choice>
              <mc:Fallback>
                <p:oleObj name="Equation" r:id="rId4" imgW="927000" imgH="355320" progId="Equation.3">
                  <p:embed/>
                  <p:pic>
                    <p:nvPicPr>
                      <p:cNvPr id="124932" name="Object 4">
                        <a:extLst>
                          <a:ext uri="{FF2B5EF4-FFF2-40B4-BE49-F238E27FC236}">
                            <a16:creationId xmlns:a16="http://schemas.microsoft.com/office/drawing/2014/main" id="{B53216C8-F2F6-4764-85B0-97FF6948441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1575" y="1140643"/>
                        <a:ext cx="1600200" cy="666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tx1"/>
                            </a:solidFill>
                            <a:miter lim="800000"/>
                            <a:headEnd type="none" w="med" len="lg"/>
                            <a:tailEnd type="none" w="med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4933" name="Object 5">
            <a:extLst>
              <a:ext uri="{FF2B5EF4-FFF2-40B4-BE49-F238E27FC236}">
                <a16:creationId xmlns:a16="http://schemas.microsoft.com/office/drawing/2014/main" id="{1BE12142-CC14-4C3C-A639-E20297CE15F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733624"/>
              </p:ext>
            </p:extLst>
          </p:nvPr>
        </p:nvGraphicFramePr>
        <p:xfrm>
          <a:off x="6076679" y="1043245"/>
          <a:ext cx="1943100" cy="8310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730240" imgH="1168200" progId="Equation.3">
                  <p:embed/>
                </p:oleObj>
              </mc:Choice>
              <mc:Fallback>
                <p:oleObj name="公式" r:id="rId6" imgW="2730240" imgH="1168200" progId="Equation.3">
                  <p:embed/>
                  <p:pic>
                    <p:nvPicPr>
                      <p:cNvPr id="124933" name="Object 5">
                        <a:extLst>
                          <a:ext uri="{FF2B5EF4-FFF2-40B4-BE49-F238E27FC236}">
                            <a16:creationId xmlns:a16="http://schemas.microsoft.com/office/drawing/2014/main" id="{1BE12142-CC14-4C3C-A639-E20297CE15F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76679" y="1043245"/>
                        <a:ext cx="1943100" cy="8310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tx1"/>
                            </a:solidFill>
                            <a:miter lim="800000"/>
                            <a:headEnd type="none" w="med" len="lg"/>
                            <a:tailEnd type="none" w="med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4934" name="Object 6">
            <a:extLst>
              <a:ext uri="{FF2B5EF4-FFF2-40B4-BE49-F238E27FC236}">
                <a16:creationId xmlns:a16="http://schemas.microsoft.com/office/drawing/2014/main" id="{6ED1D27E-4184-43FC-8D98-C50458FB58D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7564098"/>
              </p:ext>
            </p:extLst>
          </p:nvPr>
        </p:nvGraphicFramePr>
        <p:xfrm>
          <a:off x="3992509" y="1031935"/>
          <a:ext cx="2009775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679480" imgH="1168200" progId="Equation.3">
                  <p:embed/>
                </p:oleObj>
              </mc:Choice>
              <mc:Fallback>
                <p:oleObj name="公式" r:id="rId8" imgW="2679480" imgH="1168200" progId="Equation.3">
                  <p:embed/>
                  <p:pic>
                    <p:nvPicPr>
                      <p:cNvPr id="124934" name="Object 6">
                        <a:extLst>
                          <a:ext uri="{FF2B5EF4-FFF2-40B4-BE49-F238E27FC236}">
                            <a16:creationId xmlns:a16="http://schemas.microsoft.com/office/drawing/2014/main" id="{6ED1D27E-4184-43FC-8D98-C50458FB58D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2509" y="1031935"/>
                        <a:ext cx="2009775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tx1"/>
                            </a:solidFill>
                            <a:miter lim="800000"/>
                            <a:headEnd type="none" w="med" len="lg"/>
                            <a:tailEnd type="none" w="med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4935" name="Group 7">
            <a:extLst>
              <a:ext uri="{FF2B5EF4-FFF2-40B4-BE49-F238E27FC236}">
                <a16:creationId xmlns:a16="http://schemas.microsoft.com/office/drawing/2014/main" id="{D114727C-E1D0-4611-9FE7-B73A868C7764}"/>
              </a:ext>
            </a:extLst>
          </p:cNvPr>
          <p:cNvGrpSpPr>
            <a:grpSpLocks/>
          </p:cNvGrpSpPr>
          <p:nvPr/>
        </p:nvGrpSpPr>
        <p:grpSpPr bwMode="auto">
          <a:xfrm>
            <a:off x="6457950" y="2171700"/>
            <a:ext cx="1485900" cy="2457450"/>
            <a:chOff x="3484" y="336"/>
            <a:chExt cx="2112" cy="3216"/>
          </a:xfrm>
        </p:grpSpPr>
        <p:grpSp>
          <p:nvGrpSpPr>
            <p:cNvPr id="124936" name="Group 8">
              <a:extLst>
                <a:ext uri="{FF2B5EF4-FFF2-40B4-BE49-F238E27FC236}">
                  <a16:creationId xmlns:a16="http://schemas.microsoft.com/office/drawing/2014/main" id="{1B53A18D-9892-4D50-BD61-2CD9112E55B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36" y="336"/>
              <a:ext cx="1248" cy="3216"/>
              <a:chOff x="3932" y="332"/>
              <a:chExt cx="1248" cy="3216"/>
            </a:xfrm>
          </p:grpSpPr>
          <p:sp>
            <p:nvSpPr>
              <p:cNvPr id="124937" name="Rectangle 9">
                <a:extLst>
                  <a:ext uri="{FF2B5EF4-FFF2-40B4-BE49-F238E27FC236}">
                    <a16:creationId xmlns:a16="http://schemas.microsoft.com/office/drawing/2014/main" id="{99008DF5-F597-4903-80CD-5646428D09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36" y="864"/>
                <a:ext cx="1240" cy="2108"/>
              </a:xfrm>
              <a:prstGeom prst="rect">
                <a:avLst/>
              </a:prstGeom>
              <a:gradFill rotWithShape="0">
                <a:gsLst>
                  <a:gs pos="0">
                    <a:srgbClr val="FFCC00">
                      <a:gamma/>
                      <a:shade val="69804"/>
                      <a:invGamma/>
                    </a:srgbClr>
                  </a:gs>
                  <a:gs pos="50000">
                    <a:srgbClr val="FFCC00"/>
                  </a:gs>
                  <a:gs pos="100000">
                    <a:srgbClr val="FFCC00">
                      <a:gamma/>
                      <a:shade val="69804"/>
                      <a:invGamma/>
                    </a:srgbClr>
                  </a:gs>
                </a:gsLst>
                <a:lin ang="0" scaled="1"/>
              </a:gra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124938" name="Oval 10">
                <a:extLst>
                  <a:ext uri="{FF2B5EF4-FFF2-40B4-BE49-F238E27FC236}">
                    <a16:creationId xmlns:a16="http://schemas.microsoft.com/office/drawing/2014/main" id="{1D04B620-115C-450E-B7F0-14039FC62E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36" y="672"/>
                <a:ext cx="1240" cy="384"/>
              </a:xfrm>
              <a:prstGeom prst="ellipse">
                <a:avLst/>
              </a:prstGeom>
              <a:gradFill rotWithShape="0">
                <a:gsLst>
                  <a:gs pos="0">
                    <a:schemeClr val="bg1">
                      <a:gamma/>
                      <a:shade val="69804"/>
                      <a:invGamma/>
                    </a:schemeClr>
                  </a:gs>
                  <a:gs pos="50000">
                    <a:schemeClr val="bg1"/>
                  </a:gs>
                  <a:gs pos="100000">
                    <a:schemeClr val="bg1">
                      <a:gamma/>
                      <a:shade val="69804"/>
                      <a:invGamma/>
                    </a:schemeClr>
                  </a:gs>
                </a:gsLst>
                <a:lin ang="0" scaled="1"/>
              </a:gra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124939" name="Oval 11">
                <a:extLst>
                  <a:ext uri="{FF2B5EF4-FFF2-40B4-BE49-F238E27FC236}">
                    <a16:creationId xmlns:a16="http://schemas.microsoft.com/office/drawing/2014/main" id="{4C9A8CF7-1A70-42E9-AA8F-4AF4EB4A95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32" y="2732"/>
                <a:ext cx="1248" cy="480"/>
              </a:xfrm>
              <a:prstGeom prst="ellipse">
                <a:avLst/>
              </a:prstGeom>
              <a:gradFill rotWithShape="0">
                <a:gsLst>
                  <a:gs pos="0">
                    <a:srgbClr val="FFCC00">
                      <a:gamma/>
                      <a:shade val="69804"/>
                      <a:invGamma/>
                    </a:srgbClr>
                  </a:gs>
                  <a:gs pos="50000">
                    <a:srgbClr val="FFCC00"/>
                  </a:gs>
                  <a:gs pos="100000">
                    <a:srgbClr val="FFCC00">
                      <a:gamma/>
                      <a:shade val="69804"/>
                      <a:invGamma/>
                    </a:srgbClr>
                  </a:gs>
                </a:gsLst>
                <a:lin ang="0" scaled="1"/>
              </a:gradFill>
              <a:ln w="9525">
                <a:solidFill>
                  <a:schemeClr val="tx2"/>
                </a:solidFill>
                <a:prstDash val="lgDash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124940" name="Line 12">
                <a:extLst>
                  <a:ext uri="{FF2B5EF4-FFF2-40B4-BE49-F238E27FC236}">
                    <a16:creationId xmlns:a16="http://schemas.microsoft.com/office/drawing/2014/main" id="{EB568DC5-B639-4125-9DDC-D942DB4E31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56" y="2012"/>
                <a:ext cx="0" cy="240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prstDash val="dash"/>
                <a:round/>
                <a:headEnd/>
                <a:tailEnd type="non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124941" name="Line 13">
                <a:extLst>
                  <a:ext uri="{FF2B5EF4-FFF2-40B4-BE49-F238E27FC236}">
                    <a16:creationId xmlns:a16="http://schemas.microsoft.com/office/drawing/2014/main" id="{DB5AF064-09F1-4187-B8E3-8074CFAF80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56" y="2732"/>
                <a:ext cx="0" cy="240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 type="non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124942" name="Rectangle 14">
                <a:extLst>
                  <a:ext uri="{FF2B5EF4-FFF2-40B4-BE49-F238E27FC236}">
                    <a16:creationId xmlns:a16="http://schemas.microsoft.com/office/drawing/2014/main" id="{69253F28-B464-4F89-86DD-BEC1DC48A3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76" y="864"/>
                <a:ext cx="768" cy="2112"/>
              </a:xfrm>
              <a:prstGeom prst="rect">
                <a:avLst/>
              </a:prstGeom>
              <a:gradFill rotWithShape="0">
                <a:gsLst>
                  <a:gs pos="0">
                    <a:srgbClr val="FFCC00">
                      <a:gamma/>
                      <a:shade val="69804"/>
                      <a:invGamma/>
                    </a:srgbClr>
                  </a:gs>
                  <a:gs pos="50000">
                    <a:srgbClr val="FFCC00"/>
                  </a:gs>
                  <a:gs pos="100000">
                    <a:srgbClr val="FFCC00">
                      <a:gamma/>
                      <a:shade val="69804"/>
                      <a:invGamma/>
                    </a:srgbClr>
                  </a:gs>
                </a:gsLst>
                <a:lin ang="0" scaled="1"/>
              </a:gradFill>
              <a:ln w="12700">
                <a:solidFill>
                  <a:schemeClr val="tx1"/>
                </a:solidFill>
                <a:prstDash val="dash"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124943" name="Oval 15">
                <a:extLst>
                  <a:ext uri="{FF2B5EF4-FFF2-40B4-BE49-F238E27FC236}">
                    <a16:creationId xmlns:a16="http://schemas.microsoft.com/office/drawing/2014/main" id="{ED77444A-EEED-486E-AAE1-7B0C137205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76" y="768"/>
                <a:ext cx="768" cy="192"/>
              </a:xfrm>
              <a:prstGeom prst="ellipse">
                <a:avLst/>
              </a:prstGeom>
              <a:gradFill rotWithShape="0">
                <a:gsLst>
                  <a:gs pos="0">
                    <a:srgbClr val="C0C0C0">
                      <a:gamma/>
                      <a:shade val="46275"/>
                      <a:invGamma/>
                    </a:srgbClr>
                  </a:gs>
                  <a:gs pos="50000">
                    <a:srgbClr val="C0C0C0"/>
                  </a:gs>
                  <a:gs pos="100000">
                    <a:srgbClr val="C0C0C0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124944" name="Arc 16">
                <a:extLst>
                  <a:ext uri="{FF2B5EF4-FFF2-40B4-BE49-F238E27FC236}">
                    <a16:creationId xmlns:a16="http://schemas.microsoft.com/office/drawing/2014/main" id="{D0E36CE0-FF38-4732-A8E3-47335AB18C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36" y="841"/>
                <a:ext cx="1239" cy="215"/>
              </a:xfrm>
              <a:custGeom>
                <a:avLst/>
                <a:gdLst>
                  <a:gd name="G0" fmla="+- 21010 0 0"/>
                  <a:gd name="G1" fmla="+- 0 0 0"/>
                  <a:gd name="G2" fmla="+- 21600 0 0"/>
                  <a:gd name="T0" fmla="*/ 42211 w 42211"/>
                  <a:gd name="T1" fmla="*/ 4133 h 21600"/>
                  <a:gd name="T2" fmla="*/ 0 w 42211"/>
                  <a:gd name="T3" fmla="*/ 5012 h 21600"/>
                  <a:gd name="T4" fmla="*/ 21010 w 42211"/>
                  <a:gd name="T5" fmla="*/ 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2211" h="21600" fill="none" extrusionOk="0">
                    <a:moveTo>
                      <a:pt x="42210" y="4132"/>
                    </a:moveTo>
                    <a:cubicBezTo>
                      <a:pt x="40233" y="14277"/>
                      <a:pt x="31345" y="21599"/>
                      <a:pt x="21010" y="21599"/>
                    </a:cubicBezTo>
                    <a:cubicBezTo>
                      <a:pt x="11011" y="21599"/>
                      <a:pt x="2319" y="14737"/>
                      <a:pt x="-1" y="5012"/>
                    </a:cubicBezTo>
                  </a:path>
                  <a:path w="42211" h="21600" stroke="0" extrusionOk="0">
                    <a:moveTo>
                      <a:pt x="42210" y="4132"/>
                    </a:moveTo>
                    <a:cubicBezTo>
                      <a:pt x="40233" y="14277"/>
                      <a:pt x="31345" y="21599"/>
                      <a:pt x="21010" y="21599"/>
                    </a:cubicBezTo>
                    <a:cubicBezTo>
                      <a:pt x="11011" y="21599"/>
                      <a:pt x="2319" y="14737"/>
                      <a:pt x="-1" y="5012"/>
                    </a:cubicBezTo>
                    <a:lnTo>
                      <a:pt x="21010" y="0"/>
                    </a:lnTo>
                    <a:close/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124945" name="Oval 17">
                <a:extLst>
                  <a:ext uri="{FF2B5EF4-FFF2-40B4-BE49-F238E27FC236}">
                    <a16:creationId xmlns:a16="http://schemas.microsoft.com/office/drawing/2014/main" id="{FF9CFC80-9922-458D-B7AC-965713C259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76" y="2832"/>
                <a:ext cx="768" cy="240"/>
              </a:xfrm>
              <a:prstGeom prst="ellipse">
                <a:avLst/>
              </a:prstGeom>
              <a:gradFill rotWithShape="0">
                <a:gsLst>
                  <a:gs pos="0">
                    <a:srgbClr val="FFCC00">
                      <a:gamma/>
                      <a:shade val="69804"/>
                      <a:invGamma/>
                    </a:srgbClr>
                  </a:gs>
                  <a:gs pos="50000">
                    <a:srgbClr val="FFCC00"/>
                  </a:gs>
                  <a:gs pos="100000">
                    <a:srgbClr val="FFCC00">
                      <a:gamma/>
                      <a:shade val="69804"/>
                      <a:invGamma/>
                    </a:srgbClr>
                  </a:gs>
                </a:gsLst>
                <a:lin ang="0" scaled="1"/>
              </a:gradFill>
              <a:ln w="9525">
                <a:solidFill>
                  <a:schemeClr val="tx2"/>
                </a:solidFill>
                <a:prstDash val="lgDash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124946" name="Line 18">
                <a:extLst>
                  <a:ext uri="{FF2B5EF4-FFF2-40B4-BE49-F238E27FC236}">
                    <a16:creationId xmlns:a16="http://schemas.microsoft.com/office/drawing/2014/main" id="{02395ACB-2448-498C-9134-67C1C6BF11C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56" y="332"/>
                <a:ext cx="0" cy="3216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prstDash val="lgDashDot"/>
                <a:round/>
                <a:headEnd/>
                <a:tailEnd type="non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</p:grpSp>
        <p:graphicFrame>
          <p:nvGraphicFramePr>
            <p:cNvPr id="124947" name="Object 19">
              <a:extLst>
                <a:ext uri="{FF2B5EF4-FFF2-40B4-BE49-F238E27FC236}">
                  <a16:creationId xmlns:a16="http://schemas.microsoft.com/office/drawing/2014/main" id="{CD00F96F-F3B0-4A59-B7FE-A7C809634D7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132" y="388"/>
            <a:ext cx="191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0" imgW="304560" imgH="380880" progId="Equation.3">
                    <p:embed/>
                  </p:oleObj>
                </mc:Choice>
                <mc:Fallback>
                  <p:oleObj name="公式" r:id="rId10" imgW="304560" imgH="380880" progId="Equation.3">
                    <p:embed/>
                    <p:pic>
                      <p:nvPicPr>
                        <p:cNvPr id="124947" name="Object 19">
                          <a:extLst>
                            <a:ext uri="{FF2B5EF4-FFF2-40B4-BE49-F238E27FC236}">
                              <a16:creationId xmlns:a16="http://schemas.microsoft.com/office/drawing/2014/main" id="{CD00F96F-F3B0-4A59-B7FE-A7C809634D7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32" y="388"/>
                          <a:ext cx="191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4948" name="Line 20">
              <a:extLst>
                <a:ext uri="{FF2B5EF4-FFF2-40B4-BE49-F238E27FC236}">
                  <a16:creationId xmlns:a16="http://schemas.microsoft.com/office/drawing/2014/main" id="{9C8A8810-6936-4B22-BDC8-4311344DA3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60" y="1584"/>
              <a:ext cx="624" cy="0"/>
            </a:xfrm>
            <a:prstGeom prst="line">
              <a:avLst/>
            </a:prstGeom>
            <a:noFill/>
            <a:ln w="19050">
              <a:solidFill>
                <a:srgbClr val="FFFF00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graphicFrame>
          <p:nvGraphicFramePr>
            <p:cNvPr id="124949" name="Object 21">
              <a:extLst>
                <a:ext uri="{FF2B5EF4-FFF2-40B4-BE49-F238E27FC236}">
                  <a16:creationId xmlns:a16="http://schemas.microsoft.com/office/drawing/2014/main" id="{6BDD2729-267E-406C-9F9A-1BAA133DCEB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224" y="1440"/>
            <a:ext cx="320" cy="3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2" imgW="507960" imgH="533160" progId="Equation.3">
                    <p:embed/>
                  </p:oleObj>
                </mc:Choice>
                <mc:Fallback>
                  <p:oleObj name="公式" r:id="rId12" imgW="507960" imgH="533160" progId="Equation.3">
                    <p:embed/>
                    <p:pic>
                      <p:nvPicPr>
                        <p:cNvPr id="124949" name="Object 21">
                          <a:extLst>
                            <a:ext uri="{FF2B5EF4-FFF2-40B4-BE49-F238E27FC236}">
                              <a16:creationId xmlns:a16="http://schemas.microsoft.com/office/drawing/2014/main" id="{6BDD2729-267E-406C-9F9A-1BAA133DCEB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24" y="1440"/>
                          <a:ext cx="320" cy="3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4950" name="Object 22">
              <a:extLst>
                <a:ext uri="{FF2B5EF4-FFF2-40B4-BE49-F238E27FC236}">
                  <a16:creationId xmlns:a16="http://schemas.microsoft.com/office/drawing/2014/main" id="{BF569FD7-4BD2-4828-A0D0-2F468FE4A7D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599" y="1056"/>
            <a:ext cx="296" cy="3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4" imgW="469800" imgH="533160" progId="Equation.3">
                    <p:embed/>
                  </p:oleObj>
                </mc:Choice>
                <mc:Fallback>
                  <p:oleObj name="公式" r:id="rId14" imgW="469800" imgH="533160" progId="Equation.3">
                    <p:embed/>
                    <p:pic>
                      <p:nvPicPr>
                        <p:cNvPr id="124950" name="Object 22">
                          <a:extLst>
                            <a:ext uri="{FF2B5EF4-FFF2-40B4-BE49-F238E27FC236}">
                              <a16:creationId xmlns:a16="http://schemas.microsoft.com/office/drawing/2014/main" id="{BF569FD7-4BD2-4828-A0D0-2F468FE4A7D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99" y="1056"/>
                          <a:ext cx="296" cy="3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4951" name="Line 23">
              <a:extLst>
                <a:ext uri="{FF2B5EF4-FFF2-40B4-BE49-F238E27FC236}">
                  <a16:creationId xmlns:a16="http://schemas.microsoft.com/office/drawing/2014/main" id="{610EA62C-53CB-4BC4-9063-EC374B41C9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64" y="1392"/>
              <a:ext cx="384" cy="0"/>
            </a:xfrm>
            <a:prstGeom prst="line">
              <a:avLst/>
            </a:prstGeom>
            <a:noFill/>
            <a:ln w="19050">
              <a:solidFill>
                <a:srgbClr val="00FF00"/>
              </a:solidFill>
              <a:round/>
              <a:headEnd type="none" w="med" len="lg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graphicFrame>
          <p:nvGraphicFramePr>
            <p:cNvPr id="124952" name="Object 24">
              <a:extLst>
                <a:ext uri="{FF2B5EF4-FFF2-40B4-BE49-F238E27FC236}">
                  <a16:creationId xmlns:a16="http://schemas.microsoft.com/office/drawing/2014/main" id="{56EE4E16-3132-48E8-9656-9497E6E4F9F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188" y="2404"/>
            <a:ext cx="408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6" imgW="647640" imgH="380880" progId="Equation.3">
                    <p:embed/>
                  </p:oleObj>
                </mc:Choice>
                <mc:Fallback>
                  <p:oleObj name="公式" r:id="rId16" imgW="647640" imgH="380880" progId="Equation.3">
                    <p:embed/>
                    <p:pic>
                      <p:nvPicPr>
                        <p:cNvPr id="124952" name="Object 24">
                          <a:extLst>
                            <a:ext uri="{FF2B5EF4-FFF2-40B4-BE49-F238E27FC236}">
                              <a16:creationId xmlns:a16="http://schemas.microsoft.com/office/drawing/2014/main" id="{56EE4E16-3132-48E8-9656-9497E6E4F9F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88" y="2404"/>
                          <a:ext cx="408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4953" name="Line 25">
              <a:extLst>
                <a:ext uri="{FF2B5EF4-FFF2-40B4-BE49-F238E27FC236}">
                  <a16:creationId xmlns:a16="http://schemas.microsoft.com/office/drawing/2014/main" id="{F2179982-3458-4587-9166-830EE72203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40" y="3028"/>
              <a:ext cx="0" cy="3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 type="none" w="med" len="lg"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24954" name="Line 26">
              <a:extLst>
                <a:ext uri="{FF2B5EF4-FFF2-40B4-BE49-F238E27FC236}">
                  <a16:creationId xmlns:a16="http://schemas.microsoft.com/office/drawing/2014/main" id="{23814CDA-B290-4813-AC68-DF53904020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88" y="3028"/>
              <a:ext cx="0" cy="3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 type="none" w="med" len="lg"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24955" name="Line 27">
              <a:extLst>
                <a:ext uri="{FF2B5EF4-FFF2-40B4-BE49-F238E27FC236}">
                  <a16:creationId xmlns:a16="http://schemas.microsoft.com/office/drawing/2014/main" id="{E2490560-FABF-479E-894B-5462FCA724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40" y="532"/>
              <a:ext cx="0" cy="3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 type="none" w="med" len="lg"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24956" name="Line 28">
              <a:extLst>
                <a:ext uri="{FF2B5EF4-FFF2-40B4-BE49-F238E27FC236}">
                  <a16:creationId xmlns:a16="http://schemas.microsoft.com/office/drawing/2014/main" id="{18B71D00-6AC3-484A-BD3D-FA2EF9516A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88" y="532"/>
              <a:ext cx="0" cy="3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 type="none" w="med" len="lg"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graphicFrame>
          <p:nvGraphicFramePr>
            <p:cNvPr id="124957" name="Object 29">
              <a:extLst>
                <a:ext uri="{FF2B5EF4-FFF2-40B4-BE49-F238E27FC236}">
                  <a16:creationId xmlns:a16="http://schemas.microsoft.com/office/drawing/2014/main" id="{2C413BAF-6CF6-4111-9AD8-EA4B90ACB2D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936" y="1104"/>
            <a:ext cx="232" cy="3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8" imgW="368280" imgH="533160" progId="Equation.3">
                    <p:embed/>
                  </p:oleObj>
                </mc:Choice>
                <mc:Fallback>
                  <p:oleObj name="公式" r:id="rId18" imgW="368280" imgH="533160" progId="Equation.3">
                    <p:embed/>
                    <p:pic>
                      <p:nvPicPr>
                        <p:cNvPr id="124957" name="Object 29">
                          <a:extLst>
                            <a:ext uri="{FF2B5EF4-FFF2-40B4-BE49-F238E27FC236}">
                              <a16:creationId xmlns:a16="http://schemas.microsoft.com/office/drawing/2014/main" id="{2C413BAF-6CF6-4111-9AD8-EA4B90ACB2D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36" y="1104"/>
                          <a:ext cx="232" cy="3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4958" name="AutoShape 30">
              <a:extLst>
                <a:ext uri="{FF2B5EF4-FFF2-40B4-BE49-F238E27FC236}">
                  <a16:creationId xmlns:a16="http://schemas.microsoft.com/office/drawing/2014/main" id="{3B1D347C-A0B0-4E79-A0F4-5041894769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40" y="676"/>
              <a:ext cx="1248" cy="384"/>
            </a:xfrm>
            <a:custGeom>
              <a:avLst/>
              <a:gdLst>
                <a:gd name="G0" fmla="+- 3462 0 0"/>
                <a:gd name="G1" fmla="+- 21600 0 3462"/>
                <a:gd name="G2" fmla="+- 21600 0 3462"/>
                <a:gd name="G3" fmla="*/ G0 2929 10000"/>
                <a:gd name="G4" fmla="+- 21600 0 G3"/>
                <a:gd name="G5" fmla="+- 21600 0 G3"/>
                <a:gd name="T0" fmla="*/ 10800 w 21600"/>
                <a:gd name="T1" fmla="*/ 0 h 21600"/>
                <a:gd name="T2" fmla="*/ 3163 w 21600"/>
                <a:gd name="T3" fmla="*/ 3163 h 21600"/>
                <a:gd name="T4" fmla="*/ 0 w 21600"/>
                <a:gd name="T5" fmla="*/ 10800 h 21600"/>
                <a:gd name="T6" fmla="*/ 3163 w 21600"/>
                <a:gd name="T7" fmla="*/ 18437 h 21600"/>
                <a:gd name="T8" fmla="*/ 10800 w 21600"/>
                <a:gd name="T9" fmla="*/ 21600 h 21600"/>
                <a:gd name="T10" fmla="*/ 18437 w 21600"/>
                <a:gd name="T11" fmla="*/ 18437 h 21600"/>
                <a:gd name="T12" fmla="*/ 21600 w 21600"/>
                <a:gd name="T13" fmla="*/ 10800 h 21600"/>
                <a:gd name="T14" fmla="*/ 18437 w 21600"/>
                <a:gd name="T15" fmla="*/ 3163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3462" y="10800"/>
                  </a:moveTo>
                  <a:cubicBezTo>
                    <a:pt x="3462" y="14853"/>
                    <a:pt x="6747" y="18138"/>
                    <a:pt x="10800" y="18138"/>
                  </a:cubicBezTo>
                  <a:cubicBezTo>
                    <a:pt x="14853" y="18138"/>
                    <a:pt x="18138" y="14853"/>
                    <a:pt x="18138" y="10800"/>
                  </a:cubicBezTo>
                  <a:cubicBezTo>
                    <a:pt x="18138" y="6747"/>
                    <a:pt x="14853" y="3462"/>
                    <a:pt x="10800" y="3462"/>
                  </a:cubicBezTo>
                  <a:cubicBezTo>
                    <a:pt x="6747" y="3462"/>
                    <a:pt x="3462" y="6747"/>
                    <a:pt x="3462" y="10800"/>
                  </a:cubicBezTo>
                  <a:close/>
                </a:path>
              </a:pathLst>
            </a:custGeom>
            <a:solidFill>
              <a:srgbClr val="00CCFF">
                <a:alpha val="5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round/>
                  <a:headEnd type="none" w="med" len="lg"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grpSp>
          <p:nvGrpSpPr>
            <p:cNvPr id="124959" name="Group 31">
              <a:extLst>
                <a:ext uri="{FF2B5EF4-FFF2-40B4-BE49-F238E27FC236}">
                  <a16:creationId xmlns:a16="http://schemas.microsoft.com/office/drawing/2014/main" id="{1EF5758B-D8F9-4C59-A08D-E14708BAA4B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32" y="2496"/>
              <a:ext cx="1058" cy="336"/>
              <a:chOff x="3940" y="2068"/>
              <a:chExt cx="1058" cy="336"/>
            </a:xfrm>
          </p:grpSpPr>
          <p:sp>
            <p:nvSpPr>
              <p:cNvPr id="124960" name="Oval 32">
                <a:extLst>
                  <a:ext uri="{FF2B5EF4-FFF2-40B4-BE49-F238E27FC236}">
                    <a16:creationId xmlns:a16="http://schemas.microsoft.com/office/drawing/2014/main" id="{C36595EF-0B09-4957-A38C-5F9BDE5C1C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40" y="2068"/>
                <a:ext cx="1056" cy="336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 w="19050">
                <a:solidFill>
                  <a:schemeClr val="bg2"/>
                </a:solidFill>
                <a:prstDash val="dash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124961" name="Arc 33">
                <a:extLst>
                  <a:ext uri="{FF2B5EF4-FFF2-40B4-BE49-F238E27FC236}">
                    <a16:creationId xmlns:a16="http://schemas.microsoft.com/office/drawing/2014/main" id="{E4D407F4-35FB-4F68-934E-1ED77B4C88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40" y="2194"/>
                <a:ext cx="1058" cy="210"/>
              </a:xfrm>
              <a:custGeom>
                <a:avLst/>
                <a:gdLst>
                  <a:gd name="G0" fmla="+- 21600 0 0"/>
                  <a:gd name="G1" fmla="+- 3016 0 0"/>
                  <a:gd name="G2" fmla="+- 21600 0 0"/>
                  <a:gd name="T0" fmla="*/ 43191 w 43191"/>
                  <a:gd name="T1" fmla="*/ 3637 h 24616"/>
                  <a:gd name="T2" fmla="*/ 212 w 43191"/>
                  <a:gd name="T3" fmla="*/ 0 h 24616"/>
                  <a:gd name="T4" fmla="*/ 21600 w 43191"/>
                  <a:gd name="T5" fmla="*/ 3016 h 246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1" h="24616" fill="none" extrusionOk="0">
                    <a:moveTo>
                      <a:pt x="43191" y="3637"/>
                    </a:moveTo>
                    <a:cubicBezTo>
                      <a:pt x="42855" y="15319"/>
                      <a:pt x="33287" y="24615"/>
                      <a:pt x="21600" y="24615"/>
                    </a:cubicBezTo>
                    <a:cubicBezTo>
                      <a:pt x="9670" y="24616"/>
                      <a:pt x="0" y="14945"/>
                      <a:pt x="0" y="3016"/>
                    </a:cubicBezTo>
                    <a:cubicBezTo>
                      <a:pt x="0" y="2006"/>
                      <a:pt x="70" y="999"/>
                      <a:pt x="211" y="-1"/>
                    </a:cubicBezTo>
                  </a:path>
                  <a:path w="43191" h="24616" stroke="0" extrusionOk="0">
                    <a:moveTo>
                      <a:pt x="43191" y="3637"/>
                    </a:moveTo>
                    <a:cubicBezTo>
                      <a:pt x="42855" y="15319"/>
                      <a:pt x="33287" y="24615"/>
                      <a:pt x="21600" y="24615"/>
                    </a:cubicBezTo>
                    <a:cubicBezTo>
                      <a:pt x="9670" y="24616"/>
                      <a:pt x="0" y="14945"/>
                      <a:pt x="0" y="3016"/>
                    </a:cubicBezTo>
                    <a:cubicBezTo>
                      <a:pt x="0" y="2006"/>
                      <a:pt x="70" y="999"/>
                      <a:pt x="211" y="-1"/>
                    </a:cubicBezTo>
                    <a:lnTo>
                      <a:pt x="21600" y="3016"/>
                    </a:lnTo>
                    <a:close/>
                  </a:path>
                </a:pathLst>
              </a:custGeom>
              <a:solidFill>
                <a:schemeClr val="accent1">
                  <a:alpha val="50000"/>
                </a:schemeClr>
              </a:solidFill>
              <a:ln w="19050">
                <a:solidFill>
                  <a:schemeClr val="tx1"/>
                </a:solidFill>
                <a:round/>
                <a:headEnd type="none" w="med" len="lg"/>
                <a:tailEnd type="none" w="med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</p:grpSp>
        <p:sp>
          <p:nvSpPr>
            <p:cNvPr id="124962" name="Rectangle 34">
              <a:extLst>
                <a:ext uri="{FF2B5EF4-FFF2-40B4-BE49-F238E27FC236}">
                  <a16:creationId xmlns:a16="http://schemas.microsoft.com/office/drawing/2014/main" id="{40D4C411-D2B7-4A17-95E9-7679B39D3E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2" y="1824"/>
              <a:ext cx="1056" cy="8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 type="none" w="med" len="lg"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24963" name="Oval 35">
              <a:extLst>
                <a:ext uri="{FF2B5EF4-FFF2-40B4-BE49-F238E27FC236}">
                  <a16:creationId xmlns:a16="http://schemas.microsoft.com/office/drawing/2014/main" id="{13807395-E9FF-48A0-BAD3-A3DD474454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2" y="1632"/>
              <a:ext cx="1056" cy="336"/>
            </a:xfrm>
            <a:prstGeom prst="ellipse">
              <a:avLst/>
            </a:prstGeom>
            <a:solidFill>
              <a:schemeClr val="accent1">
                <a:alpha val="50000"/>
              </a:schemeClr>
            </a:solidFill>
            <a:ln w="19050">
              <a:solidFill>
                <a:schemeClr val="bg2"/>
              </a:solidFill>
              <a:prstDash val="dash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24964" name="Arc 36">
              <a:extLst>
                <a:ext uri="{FF2B5EF4-FFF2-40B4-BE49-F238E27FC236}">
                  <a16:creationId xmlns:a16="http://schemas.microsoft.com/office/drawing/2014/main" id="{DB293166-C0AB-439D-A986-BB4BA1ACBFF1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4" y="1680"/>
              <a:ext cx="1058" cy="291"/>
            </a:xfrm>
            <a:custGeom>
              <a:avLst/>
              <a:gdLst>
                <a:gd name="G0" fmla="+- 21600 0 0"/>
                <a:gd name="G1" fmla="+- 14231 0 0"/>
                <a:gd name="G2" fmla="+- 21600 0 0"/>
                <a:gd name="T0" fmla="*/ 38636 w 43200"/>
                <a:gd name="T1" fmla="*/ 952 h 35831"/>
                <a:gd name="T2" fmla="*/ 5351 w 43200"/>
                <a:gd name="T3" fmla="*/ 0 h 35831"/>
                <a:gd name="T4" fmla="*/ 21600 w 43200"/>
                <a:gd name="T5" fmla="*/ 14231 h 35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200" h="35831" fill="none" extrusionOk="0">
                  <a:moveTo>
                    <a:pt x="38636" y="951"/>
                  </a:moveTo>
                  <a:cubicBezTo>
                    <a:pt x="41593" y="4746"/>
                    <a:pt x="43200" y="9419"/>
                    <a:pt x="43200" y="14231"/>
                  </a:cubicBezTo>
                  <a:cubicBezTo>
                    <a:pt x="43200" y="26160"/>
                    <a:pt x="33529" y="35831"/>
                    <a:pt x="21600" y="35831"/>
                  </a:cubicBezTo>
                  <a:cubicBezTo>
                    <a:pt x="9670" y="35831"/>
                    <a:pt x="0" y="26160"/>
                    <a:pt x="0" y="14231"/>
                  </a:cubicBezTo>
                  <a:cubicBezTo>
                    <a:pt x="0" y="8995"/>
                    <a:pt x="1901" y="3938"/>
                    <a:pt x="5350" y="-1"/>
                  </a:cubicBezTo>
                </a:path>
                <a:path w="43200" h="35831" stroke="0" extrusionOk="0">
                  <a:moveTo>
                    <a:pt x="38636" y="951"/>
                  </a:moveTo>
                  <a:cubicBezTo>
                    <a:pt x="41593" y="4746"/>
                    <a:pt x="43200" y="9419"/>
                    <a:pt x="43200" y="14231"/>
                  </a:cubicBezTo>
                  <a:cubicBezTo>
                    <a:pt x="43200" y="26160"/>
                    <a:pt x="33529" y="35831"/>
                    <a:pt x="21600" y="35831"/>
                  </a:cubicBezTo>
                  <a:cubicBezTo>
                    <a:pt x="9670" y="35831"/>
                    <a:pt x="0" y="26160"/>
                    <a:pt x="0" y="14231"/>
                  </a:cubicBezTo>
                  <a:cubicBezTo>
                    <a:pt x="0" y="8995"/>
                    <a:pt x="1901" y="3938"/>
                    <a:pt x="5350" y="-1"/>
                  </a:cubicBezTo>
                  <a:lnTo>
                    <a:pt x="21600" y="14231"/>
                  </a:lnTo>
                  <a:close/>
                </a:path>
              </a:pathLst>
            </a:custGeom>
            <a:solidFill>
              <a:schemeClr val="accent1">
                <a:alpha val="50000"/>
              </a:schemeClr>
            </a:solidFill>
            <a:ln w="19050">
              <a:solidFill>
                <a:schemeClr val="tx1"/>
              </a:solidFill>
              <a:round/>
              <a:headEnd type="none" w="med" len="lg"/>
              <a:tailEnd type="none" w="med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24965" name="Line 37">
              <a:extLst>
                <a:ext uri="{FF2B5EF4-FFF2-40B4-BE49-F238E27FC236}">
                  <a16:creationId xmlns:a16="http://schemas.microsoft.com/office/drawing/2014/main" id="{0499E40C-DDFC-4856-81F2-347596D74C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60" y="2256"/>
              <a:ext cx="528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 type="none" w="med" len="lg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graphicFrame>
          <p:nvGraphicFramePr>
            <p:cNvPr id="124966" name="Object 38">
              <a:extLst>
                <a:ext uri="{FF2B5EF4-FFF2-40B4-BE49-F238E27FC236}">
                  <a16:creationId xmlns:a16="http://schemas.microsoft.com/office/drawing/2014/main" id="{0AC22A16-BA66-488C-9567-D3950EA2B3C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232" y="2160"/>
            <a:ext cx="151" cy="1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0" imgW="241200" imgH="266400" progId="Equation.3">
                    <p:embed/>
                  </p:oleObj>
                </mc:Choice>
                <mc:Fallback>
                  <p:oleObj name="公式" r:id="rId20" imgW="241200" imgH="266400" progId="Equation.3">
                    <p:embed/>
                    <p:pic>
                      <p:nvPicPr>
                        <p:cNvPr id="124966" name="Object 38">
                          <a:extLst>
                            <a:ext uri="{FF2B5EF4-FFF2-40B4-BE49-F238E27FC236}">
                              <a16:creationId xmlns:a16="http://schemas.microsoft.com/office/drawing/2014/main" id="{0AC22A16-BA66-488C-9567-D3950EA2B3C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32" y="2160"/>
                          <a:ext cx="151" cy="16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24967" name="Group 39">
              <a:extLst>
                <a:ext uri="{FF2B5EF4-FFF2-40B4-BE49-F238E27FC236}">
                  <a16:creationId xmlns:a16="http://schemas.microsoft.com/office/drawing/2014/main" id="{D45F18E6-48EC-4367-8D5E-C1D2F7934A0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84" y="1776"/>
              <a:ext cx="548" cy="912"/>
              <a:chOff x="3484" y="1776"/>
              <a:chExt cx="548" cy="912"/>
            </a:xfrm>
          </p:grpSpPr>
          <p:sp>
            <p:nvSpPr>
              <p:cNvPr id="124968" name="Line 40">
                <a:extLst>
                  <a:ext uri="{FF2B5EF4-FFF2-40B4-BE49-F238E27FC236}">
                    <a16:creationId xmlns:a16="http://schemas.microsoft.com/office/drawing/2014/main" id="{B1025BCE-A91C-4FDD-B991-E76B6046A2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744" y="1776"/>
                <a:ext cx="28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med" len="lg"/>
                <a:tailEnd type="non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124969" name="Line 41">
                <a:extLst>
                  <a:ext uri="{FF2B5EF4-FFF2-40B4-BE49-F238E27FC236}">
                    <a16:creationId xmlns:a16="http://schemas.microsoft.com/office/drawing/2014/main" id="{3082A51F-35CE-4725-ACFD-F45D9CF4EA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744" y="2688"/>
                <a:ext cx="28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med" len="lg"/>
                <a:tailEnd type="non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124970" name="Line 42">
                <a:extLst>
                  <a:ext uri="{FF2B5EF4-FFF2-40B4-BE49-F238E27FC236}">
                    <a16:creationId xmlns:a16="http://schemas.microsoft.com/office/drawing/2014/main" id="{CCA2682F-CA50-4056-A0B2-133D80184C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92" y="1776"/>
                <a:ext cx="0" cy="91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stealth" w="med" len="lg"/>
                <a:tailEnd type="stealth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graphicFrame>
            <p:nvGraphicFramePr>
              <p:cNvPr id="124971" name="Object 43">
                <a:extLst>
                  <a:ext uri="{FF2B5EF4-FFF2-40B4-BE49-F238E27FC236}">
                    <a16:creationId xmlns:a16="http://schemas.microsoft.com/office/drawing/2014/main" id="{1D8F1567-0CEC-486B-90C0-2CB3ABD9459C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484" y="2116"/>
              <a:ext cx="191" cy="25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22" imgW="304560" imgH="406080" progId="Equation.3">
                      <p:embed/>
                    </p:oleObj>
                  </mc:Choice>
                  <mc:Fallback>
                    <p:oleObj name="公式" r:id="rId22" imgW="304560" imgH="406080" progId="Equation.3">
                      <p:embed/>
                      <p:pic>
                        <p:nvPicPr>
                          <p:cNvPr id="124971" name="Object 43">
                            <a:extLst>
                              <a:ext uri="{FF2B5EF4-FFF2-40B4-BE49-F238E27FC236}">
                                <a16:creationId xmlns:a16="http://schemas.microsoft.com/office/drawing/2014/main" id="{1D8F1567-0CEC-486B-90C0-2CB3ABD9459C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484" y="2116"/>
                            <a:ext cx="191" cy="25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124972" name="Rectangle 44">
            <a:extLst>
              <a:ext uri="{FF2B5EF4-FFF2-40B4-BE49-F238E27FC236}">
                <a16:creationId xmlns:a16="http://schemas.microsoft.com/office/drawing/2014/main" id="{55B4DB93-D054-44E6-8C5F-59A9E3D22C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990" y="1946991"/>
            <a:ext cx="270939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 type="none" w="med" len="lg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 dirty="0">
                <a:latin typeface="Century Schoolbook" panose="02040604050505020304" pitchFamily="18" charset="0"/>
                <a:sym typeface="Symbol" panose="05050102010706020507" pitchFamily="18" charset="2"/>
              </a:rPr>
              <a:t>③</a:t>
            </a:r>
            <a:r>
              <a:rPr lang="zh-CN" altLang="en-US" sz="2800" b="1" dirty="0">
                <a:latin typeface="Century Schoolbook" panose="02040604050505020304" pitchFamily="18" charset="0"/>
                <a:sym typeface="Symbol" panose="05050102010706020507" pitchFamily="18" charset="2"/>
              </a:rPr>
              <a:t>单位长度电容</a:t>
            </a:r>
          </a:p>
        </p:txBody>
      </p:sp>
      <p:sp>
        <p:nvSpPr>
          <p:cNvPr id="124973" name="Text Box 45">
            <a:extLst>
              <a:ext uri="{FF2B5EF4-FFF2-40B4-BE49-F238E27FC236}">
                <a16:creationId xmlns:a16="http://schemas.microsoft.com/office/drawing/2014/main" id="{2603E1F5-78F5-4070-93EC-85577B378E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2571750"/>
            <a:ext cx="19431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 type="none" w="med" len="lg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i="1" dirty="0">
                <a:latin typeface="Century Schoolbook" panose="02040604050505020304" pitchFamily="18" charset="0"/>
              </a:rPr>
              <a:t>h </a:t>
            </a:r>
            <a:r>
              <a:rPr lang="zh-CN" altLang="en-US" sz="2800" b="1" dirty="0">
                <a:latin typeface="Century Schoolbook" panose="02040604050505020304" pitchFamily="18" charset="0"/>
              </a:rPr>
              <a:t>长电容</a:t>
            </a:r>
          </a:p>
        </p:txBody>
      </p:sp>
      <p:graphicFrame>
        <p:nvGraphicFramePr>
          <p:cNvPr id="124974" name="Object 46">
            <a:extLst>
              <a:ext uri="{FF2B5EF4-FFF2-40B4-BE49-F238E27FC236}">
                <a16:creationId xmlns:a16="http://schemas.microsoft.com/office/drawing/2014/main" id="{F2F38D3B-21C3-44E0-B40B-8F2B387CB4D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4044151"/>
              </p:ext>
            </p:extLst>
          </p:nvPr>
        </p:nvGraphicFramePr>
        <p:xfrm>
          <a:off x="2381469" y="2465156"/>
          <a:ext cx="971550" cy="7512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4" imgW="1511280" imgH="1168200" progId="Equation.3">
                  <p:embed/>
                </p:oleObj>
              </mc:Choice>
              <mc:Fallback>
                <p:oleObj name="公式" r:id="rId24" imgW="1511280" imgH="1168200" progId="Equation.3">
                  <p:embed/>
                  <p:pic>
                    <p:nvPicPr>
                      <p:cNvPr id="124974" name="Object 46">
                        <a:extLst>
                          <a:ext uri="{FF2B5EF4-FFF2-40B4-BE49-F238E27FC236}">
                            <a16:creationId xmlns:a16="http://schemas.microsoft.com/office/drawing/2014/main" id="{F2F38D3B-21C3-44E0-B40B-8F2B387CB4D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1469" y="2465156"/>
                        <a:ext cx="971550" cy="7512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4975" name="Object 47">
            <a:extLst>
              <a:ext uri="{FF2B5EF4-FFF2-40B4-BE49-F238E27FC236}">
                <a16:creationId xmlns:a16="http://schemas.microsoft.com/office/drawing/2014/main" id="{C018CADA-AFE1-45BD-8CC7-E73DFF41F6B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6179100"/>
              </p:ext>
            </p:extLst>
          </p:nvPr>
        </p:nvGraphicFramePr>
        <p:xfrm>
          <a:off x="3438744" y="2425409"/>
          <a:ext cx="1771650" cy="8489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6" imgW="2438280" imgH="1168200" progId="Equation.3">
                  <p:embed/>
                </p:oleObj>
              </mc:Choice>
              <mc:Fallback>
                <p:oleObj name="公式" r:id="rId26" imgW="2438280" imgH="1168200" progId="Equation.3">
                  <p:embed/>
                  <p:pic>
                    <p:nvPicPr>
                      <p:cNvPr id="124975" name="Object 47">
                        <a:extLst>
                          <a:ext uri="{FF2B5EF4-FFF2-40B4-BE49-F238E27FC236}">
                            <a16:creationId xmlns:a16="http://schemas.microsoft.com/office/drawing/2014/main" id="{C018CADA-AFE1-45BD-8CC7-E73DFF41F6B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8744" y="2425409"/>
                        <a:ext cx="1771650" cy="8489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tx1"/>
                            </a:solidFill>
                            <a:miter lim="800000"/>
                            <a:headEnd type="none" w="med" len="lg"/>
                            <a:tailEnd type="none" w="med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4979" name="Text Box 51">
            <a:extLst>
              <a:ext uri="{FF2B5EF4-FFF2-40B4-BE49-F238E27FC236}">
                <a16:creationId xmlns:a16="http://schemas.microsoft.com/office/drawing/2014/main" id="{77DDC84E-4298-4080-9489-79D964183A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2975" y="3429000"/>
            <a:ext cx="258742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 type="none" w="med" len="lg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Century Schoolbook" panose="02040604050505020304" pitchFamily="18" charset="0"/>
              </a:rPr>
              <a:t>单位长度电容</a:t>
            </a:r>
          </a:p>
        </p:txBody>
      </p:sp>
      <p:graphicFrame>
        <p:nvGraphicFramePr>
          <p:cNvPr id="124980" name="Object 52">
            <a:extLst>
              <a:ext uri="{FF2B5EF4-FFF2-40B4-BE49-F238E27FC236}">
                <a16:creationId xmlns:a16="http://schemas.microsoft.com/office/drawing/2014/main" id="{513E62EB-8157-4052-9A7A-170AB871A52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1220688"/>
              </p:ext>
            </p:extLst>
          </p:nvPr>
        </p:nvGraphicFramePr>
        <p:xfrm>
          <a:off x="3580157" y="3387275"/>
          <a:ext cx="1600200" cy="766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8" imgW="2438280" imgH="1168200" progId="Equation.3">
                  <p:embed/>
                </p:oleObj>
              </mc:Choice>
              <mc:Fallback>
                <p:oleObj name="公式" r:id="rId28" imgW="2438280" imgH="1168200" progId="Equation.3">
                  <p:embed/>
                  <p:pic>
                    <p:nvPicPr>
                      <p:cNvPr id="124980" name="Object 52">
                        <a:extLst>
                          <a:ext uri="{FF2B5EF4-FFF2-40B4-BE49-F238E27FC236}">
                            <a16:creationId xmlns:a16="http://schemas.microsoft.com/office/drawing/2014/main" id="{513E62EB-8157-4052-9A7A-170AB871A52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0157" y="3387275"/>
                        <a:ext cx="1600200" cy="766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tx1"/>
                            </a:solidFill>
                            <a:miter lim="800000"/>
                            <a:headEnd type="none" w="med" len="lg"/>
                            <a:tailEnd type="none" w="med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4981" name="Object 53">
            <a:extLst>
              <a:ext uri="{FF2B5EF4-FFF2-40B4-BE49-F238E27FC236}">
                <a16:creationId xmlns:a16="http://schemas.microsoft.com/office/drawing/2014/main" id="{E8149097-BB2D-4AFE-981D-10C835032B9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2988551"/>
              </p:ext>
            </p:extLst>
          </p:nvPr>
        </p:nvGraphicFramePr>
        <p:xfrm>
          <a:off x="2778970" y="3344360"/>
          <a:ext cx="742950" cy="7346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0" imgW="1066680" imgH="1054080" progId="Equation.3">
                  <p:embed/>
                </p:oleObj>
              </mc:Choice>
              <mc:Fallback>
                <p:oleObj name="公式" r:id="rId30" imgW="1066680" imgH="1054080" progId="Equation.3">
                  <p:embed/>
                  <p:pic>
                    <p:nvPicPr>
                      <p:cNvPr id="124981" name="Object 53">
                        <a:extLst>
                          <a:ext uri="{FF2B5EF4-FFF2-40B4-BE49-F238E27FC236}">
                            <a16:creationId xmlns:a16="http://schemas.microsoft.com/office/drawing/2014/main" id="{E8149097-BB2D-4AFE-981D-10C835032B9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8970" y="3344360"/>
                        <a:ext cx="742950" cy="73461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tx1"/>
                            </a:solidFill>
                            <a:miter lim="800000"/>
                            <a:headEnd type="none" w="med" len="lg"/>
                            <a:tailEnd type="none" w="med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4982" name="Object 54">
            <a:extLst>
              <a:ext uri="{FF2B5EF4-FFF2-40B4-BE49-F238E27FC236}">
                <a16:creationId xmlns:a16="http://schemas.microsoft.com/office/drawing/2014/main" id="{6F9A546D-1BD6-46F1-853A-E4BCEB3D577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4576278"/>
              </p:ext>
            </p:extLst>
          </p:nvPr>
        </p:nvGraphicFramePr>
        <p:xfrm>
          <a:off x="5163905" y="4626093"/>
          <a:ext cx="1771650" cy="8501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952200" imgH="457200" progId="Equation.3">
                  <p:embed/>
                </p:oleObj>
              </mc:Choice>
              <mc:Fallback>
                <p:oleObj name="Equation" r:id="rId32" imgW="952200" imgH="457200" progId="Equation.3">
                  <p:embed/>
                  <p:pic>
                    <p:nvPicPr>
                      <p:cNvPr id="124982" name="Object 54">
                        <a:extLst>
                          <a:ext uri="{FF2B5EF4-FFF2-40B4-BE49-F238E27FC236}">
                            <a16:creationId xmlns:a16="http://schemas.microsoft.com/office/drawing/2014/main" id="{6F9A546D-1BD6-46F1-853A-E4BCEB3D577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63905" y="4626093"/>
                        <a:ext cx="1771650" cy="8501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tx1"/>
                            </a:solidFill>
                            <a:miter lim="800000"/>
                            <a:headEnd type="none" w="med" len="lg"/>
                            <a:tailEnd type="none" w="med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4983" name="Text Box 55">
            <a:extLst>
              <a:ext uri="{FF2B5EF4-FFF2-40B4-BE49-F238E27FC236}">
                <a16:creationId xmlns:a16="http://schemas.microsoft.com/office/drawing/2014/main" id="{1F19D332-0A93-4D5E-AADE-ADCDB97745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5423" y="6072363"/>
            <a:ext cx="2343150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 type="none" w="med" len="lg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350" b="1" dirty="0">
                <a:latin typeface="Century Schoolbook" panose="02040604050505020304" pitchFamily="18" charset="0"/>
              </a:rPr>
              <a:t>单位长度贮存能量</a:t>
            </a:r>
          </a:p>
        </p:txBody>
      </p:sp>
      <p:graphicFrame>
        <p:nvGraphicFramePr>
          <p:cNvPr id="124984" name="Object 56">
            <a:extLst>
              <a:ext uri="{FF2B5EF4-FFF2-40B4-BE49-F238E27FC236}">
                <a16:creationId xmlns:a16="http://schemas.microsoft.com/office/drawing/2014/main" id="{71B02C6A-0F2B-4473-BC4D-5E5E056F806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2102936"/>
              </p:ext>
            </p:extLst>
          </p:nvPr>
        </p:nvGraphicFramePr>
        <p:xfrm>
          <a:off x="2752798" y="5790983"/>
          <a:ext cx="971550" cy="6596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4" imgW="1549080" imgH="1054080" progId="Equation.3">
                  <p:embed/>
                </p:oleObj>
              </mc:Choice>
              <mc:Fallback>
                <p:oleObj name="公式" r:id="rId34" imgW="1549080" imgH="1054080" progId="Equation.3">
                  <p:embed/>
                  <p:pic>
                    <p:nvPicPr>
                      <p:cNvPr id="124984" name="Object 56">
                        <a:extLst>
                          <a:ext uri="{FF2B5EF4-FFF2-40B4-BE49-F238E27FC236}">
                            <a16:creationId xmlns:a16="http://schemas.microsoft.com/office/drawing/2014/main" id="{71B02C6A-0F2B-4473-BC4D-5E5E056F806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52798" y="5790983"/>
                        <a:ext cx="971550" cy="6596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tx1"/>
                            </a:solidFill>
                            <a:miter lim="800000"/>
                            <a:headEnd type="none" w="med" len="lg"/>
                            <a:tailEnd type="none" w="med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4985" name="Object 57">
            <a:extLst>
              <a:ext uri="{FF2B5EF4-FFF2-40B4-BE49-F238E27FC236}">
                <a16:creationId xmlns:a16="http://schemas.microsoft.com/office/drawing/2014/main" id="{1599749B-081C-41C3-A926-6B001DD3E6D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8440801"/>
              </p:ext>
            </p:extLst>
          </p:nvPr>
        </p:nvGraphicFramePr>
        <p:xfrm>
          <a:off x="4007055" y="5784056"/>
          <a:ext cx="1714500" cy="7548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6" imgW="2743200" imgH="1206360" progId="Equation.3">
                  <p:embed/>
                </p:oleObj>
              </mc:Choice>
              <mc:Fallback>
                <p:oleObj name="公式" r:id="rId36" imgW="2743200" imgH="1206360" progId="Equation.3">
                  <p:embed/>
                  <p:pic>
                    <p:nvPicPr>
                      <p:cNvPr id="124985" name="Object 57">
                        <a:extLst>
                          <a:ext uri="{FF2B5EF4-FFF2-40B4-BE49-F238E27FC236}">
                            <a16:creationId xmlns:a16="http://schemas.microsoft.com/office/drawing/2014/main" id="{1599749B-081C-41C3-A926-6B001DD3E6D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7055" y="5784056"/>
                        <a:ext cx="1714500" cy="7548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tx1"/>
                            </a:solidFill>
                            <a:miter lim="800000"/>
                            <a:headEnd type="none" w="med" len="lg"/>
                            <a:tailEnd type="none" w="med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4986" name="Rectangle 58">
            <a:extLst>
              <a:ext uri="{FF2B5EF4-FFF2-40B4-BE49-F238E27FC236}">
                <a16:creationId xmlns:a16="http://schemas.microsoft.com/office/drawing/2014/main" id="{0C1C9925-3E63-495D-BA61-CC1F766712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3341" y="4151395"/>
            <a:ext cx="276710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 type="none" w="med" len="lg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 dirty="0">
                <a:latin typeface="Century Schoolbook" panose="02040604050505020304" pitchFamily="18" charset="0"/>
                <a:sym typeface="Symbol" panose="05050102010706020507" pitchFamily="18" charset="2"/>
              </a:rPr>
              <a:t>④</a:t>
            </a:r>
            <a:r>
              <a:rPr lang="en-US" altLang="zh-CN" sz="2800" i="1" dirty="0">
                <a:latin typeface="Century Schoolbook" panose="02040604050505020304" pitchFamily="18" charset="0"/>
              </a:rPr>
              <a:t> h </a:t>
            </a:r>
            <a:r>
              <a:rPr lang="zh-CN" altLang="en-US" sz="2800" b="1" dirty="0">
                <a:latin typeface="Century Schoolbook" panose="02040604050505020304" pitchFamily="18" charset="0"/>
              </a:rPr>
              <a:t>长贮存能量</a:t>
            </a:r>
            <a:endParaRPr lang="zh-CN" altLang="en-US" sz="2800" b="1" dirty="0">
              <a:latin typeface="Century Schoolbook" panose="02040604050505020304" pitchFamily="18" charset="0"/>
              <a:sym typeface="Symbol" panose="05050102010706020507" pitchFamily="18" charset="2"/>
            </a:endParaRPr>
          </a:p>
        </p:txBody>
      </p:sp>
      <p:graphicFrame>
        <p:nvGraphicFramePr>
          <p:cNvPr id="124988" name="Object 60">
            <a:extLst>
              <a:ext uri="{FF2B5EF4-FFF2-40B4-BE49-F238E27FC236}">
                <a16:creationId xmlns:a16="http://schemas.microsoft.com/office/drawing/2014/main" id="{3B707CA0-1CCE-4BE4-ADE8-57D40835B07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9431197"/>
              </p:ext>
            </p:extLst>
          </p:nvPr>
        </p:nvGraphicFramePr>
        <p:xfrm>
          <a:off x="1139323" y="4711304"/>
          <a:ext cx="1428750" cy="6643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8" imgW="2260440" imgH="1054080" progId="Equation.3">
                  <p:embed/>
                </p:oleObj>
              </mc:Choice>
              <mc:Fallback>
                <p:oleObj name="公式" r:id="rId38" imgW="2260440" imgH="1054080" progId="Equation.3">
                  <p:embed/>
                  <p:pic>
                    <p:nvPicPr>
                      <p:cNvPr id="124988" name="Object 60">
                        <a:extLst>
                          <a:ext uri="{FF2B5EF4-FFF2-40B4-BE49-F238E27FC236}">
                            <a16:creationId xmlns:a16="http://schemas.microsoft.com/office/drawing/2014/main" id="{3B707CA0-1CCE-4BE4-ADE8-57D40835B07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9323" y="4711304"/>
                        <a:ext cx="1428750" cy="66436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tx1"/>
                            </a:solidFill>
                            <a:miter lim="800000"/>
                            <a:headEnd type="none" w="med" len="lg"/>
                            <a:tailEnd type="none" w="med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4989" name="Object 61">
            <a:extLst>
              <a:ext uri="{FF2B5EF4-FFF2-40B4-BE49-F238E27FC236}">
                <a16:creationId xmlns:a16="http://schemas.microsoft.com/office/drawing/2014/main" id="{11B4BD39-2CE9-4B70-9D89-FCD0F677F4F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2528993"/>
              </p:ext>
            </p:extLst>
          </p:nvPr>
        </p:nvGraphicFramePr>
        <p:xfrm>
          <a:off x="2683237" y="4678476"/>
          <a:ext cx="24003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0" imgW="3632040" imgH="1168200" progId="Equation.3">
                  <p:embed/>
                </p:oleObj>
              </mc:Choice>
              <mc:Fallback>
                <p:oleObj name="公式" r:id="rId40" imgW="3632040" imgH="1168200" progId="Equation.3">
                  <p:embed/>
                  <p:pic>
                    <p:nvPicPr>
                      <p:cNvPr id="124989" name="Object 61">
                        <a:extLst>
                          <a:ext uri="{FF2B5EF4-FFF2-40B4-BE49-F238E27FC236}">
                            <a16:creationId xmlns:a16="http://schemas.microsoft.com/office/drawing/2014/main" id="{11B4BD39-2CE9-4B70-9D89-FCD0F677F4F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3237" y="4678476"/>
                        <a:ext cx="2400300" cy="771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tx1"/>
                            </a:solidFill>
                            <a:miter lim="800000"/>
                            <a:headEnd type="none" w="med" len="lg"/>
                            <a:tailEnd type="none" w="med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4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4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4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4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4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4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4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4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4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24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24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24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24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24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24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24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24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24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124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930" grpId="0" autoUpdateAnimBg="0"/>
      <p:bldP spid="124972" grpId="0" autoUpdateAnimBg="0"/>
      <p:bldP spid="124973" grpId="0" autoUpdateAnimBg="0"/>
      <p:bldP spid="124979" grpId="0" autoUpdateAnimBg="0"/>
      <p:bldP spid="124983" grpId="0" autoUpdateAnimBg="0"/>
      <p:bldP spid="124986" grpId="0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858" name="Group 2">
            <a:extLst>
              <a:ext uri="{FF2B5EF4-FFF2-40B4-BE49-F238E27FC236}">
                <a16:creationId xmlns:a16="http://schemas.microsoft.com/office/drawing/2014/main" id="{A98829D9-1711-4242-9FE8-3944DF7987B9}"/>
              </a:ext>
            </a:extLst>
          </p:cNvPr>
          <p:cNvGrpSpPr>
            <a:grpSpLocks/>
          </p:cNvGrpSpPr>
          <p:nvPr/>
        </p:nvGrpSpPr>
        <p:grpSpPr bwMode="auto">
          <a:xfrm>
            <a:off x="5004048" y="2331244"/>
            <a:ext cx="3543300" cy="2857500"/>
            <a:chOff x="2688" y="1632"/>
            <a:chExt cx="2976" cy="2400"/>
          </a:xfrm>
        </p:grpSpPr>
        <p:sp>
          <p:nvSpPr>
            <p:cNvPr id="121859" name="Rectangle 3">
              <a:extLst>
                <a:ext uri="{FF2B5EF4-FFF2-40B4-BE49-F238E27FC236}">
                  <a16:creationId xmlns:a16="http://schemas.microsoft.com/office/drawing/2014/main" id="{0EE629CE-82E2-4A49-A277-DEF87F04BD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8" y="1632"/>
              <a:ext cx="2976" cy="2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2"/>
              </a:solidFill>
              <a:miter lim="800000"/>
              <a:headEnd type="none" w="sm" len="lg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21860" name="Rectangle 4">
              <a:extLst>
                <a:ext uri="{FF2B5EF4-FFF2-40B4-BE49-F238E27FC236}">
                  <a16:creationId xmlns:a16="http://schemas.microsoft.com/office/drawing/2014/main" id="{F5992F21-AB68-4637-A2E0-3A99AE336D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9" y="2160"/>
              <a:ext cx="1852" cy="720"/>
            </a:xfrm>
            <a:prstGeom prst="rect">
              <a:avLst/>
            </a:prstGeom>
            <a:pattFill prst="pct20">
              <a:fgClr>
                <a:srgbClr val="0033CC"/>
              </a:fgClr>
              <a:bgClr>
                <a:srgbClr val="EBEBFF"/>
              </a:bgClr>
            </a:pattFill>
            <a:ln w="19050">
              <a:solidFill>
                <a:srgbClr val="CDCD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21861" name="Rectangle 5">
              <a:extLst>
                <a:ext uri="{FF2B5EF4-FFF2-40B4-BE49-F238E27FC236}">
                  <a16:creationId xmlns:a16="http://schemas.microsoft.com/office/drawing/2014/main" id="{4E5E5475-4897-49C8-BADD-07F8C5ED3D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9" y="2880"/>
              <a:ext cx="1852" cy="672"/>
            </a:xfrm>
            <a:prstGeom prst="rect">
              <a:avLst/>
            </a:prstGeom>
            <a:pattFill prst="pct20">
              <a:fgClr>
                <a:srgbClr val="996633"/>
              </a:fgClr>
              <a:bgClr>
                <a:srgbClr val="FFFFE1"/>
              </a:bgClr>
            </a:pattFill>
            <a:ln w="19050">
              <a:solidFill>
                <a:srgbClr val="E2C5A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21862" name="Rectangle 6">
              <a:extLst>
                <a:ext uri="{FF2B5EF4-FFF2-40B4-BE49-F238E27FC236}">
                  <a16:creationId xmlns:a16="http://schemas.microsoft.com/office/drawing/2014/main" id="{8824E5B4-003D-4D8A-94E6-CC6E7D2A70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9" y="1728"/>
              <a:ext cx="1852" cy="432"/>
            </a:xfrm>
            <a:prstGeom prst="rect">
              <a:avLst/>
            </a:prstGeom>
            <a:gradFill rotWithShape="0">
              <a:gsLst>
                <a:gs pos="0">
                  <a:schemeClr val="bg1">
                    <a:gamma/>
                    <a:shade val="66275"/>
                    <a:invGamma/>
                  </a:schemeClr>
                </a:gs>
                <a:gs pos="100000">
                  <a:schemeClr val="bg1"/>
                </a:gs>
              </a:gsLst>
              <a:lin ang="5400000" scaled="1"/>
            </a:gradFill>
            <a:ln w="190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21863" name="Rectangle 7">
              <a:extLst>
                <a:ext uri="{FF2B5EF4-FFF2-40B4-BE49-F238E27FC236}">
                  <a16:creationId xmlns:a16="http://schemas.microsoft.com/office/drawing/2014/main" id="{EBDF2ECA-162B-460B-8F4E-4ECB8E9DC2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9" y="3543"/>
              <a:ext cx="1852" cy="432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6275"/>
                    <a:invGamma/>
                  </a:schemeClr>
                </a:gs>
              </a:gsLst>
              <a:lin ang="5400000" scaled="1"/>
            </a:gradFill>
            <a:ln w="190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21864" name="Rectangle 8">
              <a:extLst>
                <a:ext uri="{FF2B5EF4-FFF2-40B4-BE49-F238E27FC236}">
                  <a16:creationId xmlns:a16="http://schemas.microsoft.com/office/drawing/2014/main" id="{154CFA07-0BCB-40C6-967A-488F346E32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8" y="1968"/>
              <a:ext cx="1968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350">
                  <a:solidFill>
                    <a:srgbClr val="CC0000"/>
                  </a:solidFill>
                </a:rPr>
                <a:t>+ + + + + + + + + + +</a:t>
              </a:r>
            </a:p>
          </p:txBody>
        </p:sp>
        <p:sp>
          <p:nvSpPr>
            <p:cNvPr id="121865" name="Rectangle 9">
              <a:extLst>
                <a:ext uri="{FF2B5EF4-FFF2-40B4-BE49-F238E27FC236}">
                  <a16:creationId xmlns:a16="http://schemas.microsoft.com/office/drawing/2014/main" id="{2856E02A-AE4E-4AB7-8F1E-EAD91C3E6E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39" y="3351"/>
              <a:ext cx="1792" cy="4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700">
                  <a:solidFill>
                    <a:srgbClr val="0000FF"/>
                  </a:solidFill>
                </a:rPr>
                <a:t>- - - - - - - - - - -</a:t>
              </a:r>
            </a:p>
          </p:txBody>
        </p:sp>
        <p:sp>
          <p:nvSpPr>
            <p:cNvPr id="121866" name="Line 10">
              <a:extLst>
                <a:ext uri="{FF2B5EF4-FFF2-40B4-BE49-F238E27FC236}">
                  <a16:creationId xmlns:a16="http://schemas.microsoft.com/office/drawing/2014/main" id="{B6573034-408D-48E3-B94C-FAE6528AB5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4" y="2160"/>
              <a:ext cx="35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  <p:sp>
          <p:nvSpPr>
            <p:cNvPr id="121867" name="Line 11">
              <a:extLst>
                <a:ext uri="{FF2B5EF4-FFF2-40B4-BE49-F238E27FC236}">
                  <a16:creationId xmlns:a16="http://schemas.microsoft.com/office/drawing/2014/main" id="{CCB7950C-CD66-4597-BD29-24F38AB549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4" y="2880"/>
              <a:ext cx="40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  <p:sp>
          <p:nvSpPr>
            <p:cNvPr id="121868" name="Line 12">
              <a:extLst>
                <a:ext uri="{FF2B5EF4-FFF2-40B4-BE49-F238E27FC236}">
                  <a16:creationId xmlns:a16="http://schemas.microsoft.com/office/drawing/2014/main" id="{28C3ED37-E090-4B1A-ABCB-B703DFDB20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4" y="3552"/>
              <a:ext cx="35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  <p:sp>
          <p:nvSpPr>
            <p:cNvPr id="121869" name="Line 13">
              <a:extLst>
                <a:ext uri="{FF2B5EF4-FFF2-40B4-BE49-F238E27FC236}">
                  <a16:creationId xmlns:a16="http://schemas.microsoft.com/office/drawing/2014/main" id="{F1330E80-3A21-4CCE-A999-5B8360AB4A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2" y="2160"/>
              <a:ext cx="0" cy="72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  <p:sp>
          <p:nvSpPr>
            <p:cNvPr id="121870" name="Line 14">
              <a:extLst>
                <a:ext uri="{FF2B5EF4-FFF2-40B4-BE49-F238E27FC236}">
                  <a16:creationId xmlns:a16="http://schemas.microsoft.com/office/drawing/2014/main" id="{1413C90D-4041-4AE7-819A-8C81BAFDDB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2" y="2880"/>
              <a:ext cx="0" cy="67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  <p:graphicFrame>
          <p:nvGraphicFramePr>
            <p:cNvPr id="121871" name="Object 15">
              <a:extLst>
                <a:ext uri="{FF2B5EF4-FFF2-40B4-BE49-F238E27FC236}">
                  <a16:creationId xmlns:a16="http://schemas.microsoft.com/office/drawing/2014/main" id="{135EF36D-536E-450B-AA30-DF2608D13A6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42" y="2208"/>
            <a:ext cx="330" cy="4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64880" imgH="215640" progId="Equation.3">
                    <p:embed/>
                  </p:oleObj>
                </mc:Choice>
                <mc:Fallback>
                  <p:oleObj name="Equation" r:id="rId2" imgW="164880" imgH="215640" progId="Equation.3">
                    <p:embed/>
                    <p:pic>
                      <p:nvPicPr>
                        <p:cNvPr id="121871" name="Object 15">
                          <a:extLst>
                            <a:ext uri="{FF2B5EF4-FFF2-40B4-BE49-F238E27FC236}">
                              <a16:creationId xmlns:a16="http://schemas.microsoft.com/office/drawing/2014/main" id="{135EF36D-536E-450B-AA30-DF2608D13A6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42" y="2208"/>
                          <a:ext cx="330" cy="4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1872" name="Object 16">
              <a:extLst>
                <a:ext uri="{FF2B5EF4-FFF2-40B4-BE49-F238E27FC236}">
                  <a16:creationId xmlns:a16="http://schemas.microsoft.com/office/drawing/2014/main" id="{05C0BC9E-F1E7-4D6E-9030-8E8EAC60325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17" y="2832"/>
            <a:ext cx="355" cy="4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77480" imgH="215640" progId="Equation.3">
                    <p:embed/>
                  </p:oleObj>
                </mc:Choice>
                <mc:Fallback>
                  <p:oleObj name="Equation" r:id="rId4" imgW="177480" imgH="215640" progId="Equation.3">
                    <p:embed/>
                    <p:pic>
                      <p:nvPicPr>
                        <p:cNvPr id="121872" name="Object 16">
                          <a:extLst>
                            <a:ext uri="{FF2B5EF4-FFF2-40B4-BE49-F238E27FC236}">
                              <a16:creationId xmlns:a16="http://schemas.microsoft.com/office/drawing/2014/main" id="{05C0BC9E-F1E7-4D6E-9030-8E8EAC60325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17" y="2832"/>
                          <a:ext cx="355" cy="4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1873" name="Object 17">
              <a:extLst>
                <a:ext uri="{FF2B5EF4-FFF2-40B4-BE49-F238E27FC236}">
                  <a16:creationId xmlns:a16="http://schemas.microsoft.com/office/drawing/2014/main" id="{CCDA42E0-B0DD-4CC1-A649-6F07637498A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39" y="1680"/>
            <a:ext cx="640" cy="4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304560" imgH="228600" progId="Equation.3">
                    <p:embed/>
                  </p:oleObj>
                </mc:Choice>
                <mc:Fallback>
                  <p:oleObj name="Equation" r:id="rId6" imgW="304560" imgH="228600" progId="Equation.3">
                    <p:embed/>
                    <p:pic>
                      <p:nvPicPr>
                        <p:cNvPr id="121873" name="Object 17">
                          <a:extLst>
                            <a:ext uri="{FF2B5EF4-FFF2-40B4-BE49-F238E27FC236}">
                              <a16:creationId xmlns:a16="http://schemas.microsoft.com/office/drawing/2014/main" id="{CCDA42E0-B0DD-4CC1-A649-6F07637498A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39" y="1680"/>
                          <a:ext cx="640" cy="4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1874" name="Object 18">
              <a:extLst>
                <a:ext uri="{FF2B5EF4-FFF2-40B4-BE49-F238E27FC236}">
                  <a16:creationId xmlns:a16="http://schemas.microsoft.com/office/drawing/2014/main" id="{C100F33A-63E1-416F-A271-F1EA339F726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71" y="3543"/>
            <a:ext cx="640" cy="4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304560" imgH="228600" progId="Equation.3">
                    <p:embed/>
                  </p:oleObj>
                </mc:Choice>
                <mc:Fallback>
                  <p:oleObj name="Equation" r:id="rId8" imgW="304560" imgH="228600" progId="Equation.3">
                    <p:embed/>
                    <p:pic>
                      <p:nvPicPr>
                        <p:cNvPr id="121874" name="Object 18">
                          <a:extLst>
                            <a:ext uri="{FF2B5EF4-FFF2-40B4-BE49-F238E27FC236}">
                              <a16:creationId xmlns:a16="http://schemas.microsoft.com/office/drawing/2014/main" id="{C100F33A-63E1-416F-A271-F1EA339F726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71" y="3543"/>
                          <a:ext cx="640" cy="4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1876" name="Text Box 20">
            <a:extLst>
              <a:ext uri="{FF2B5EF4-FFF2-40B4-BE49-F238E27FC236}">
                <a16:creationId xmlns:a16="http://schemas.microsoft.com/office/drawing/2014/main" id="{382FF365-5A4E-422C-8DD4-59FEDAC706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6253" y="360949"/>
            <a:ext cx="7535788" cy="21998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1350" dirty="0"/>
              <a:t>         </a:t>
            </a:r>
            <a:r>
              <a:rPr lang="zh-CN" altLang="en-US" sz="2800" dirty="0">
                <a:solidFill>
                  <a:srgbClr val="CC0000"/>
                </a:solidFill>
              </a:rPr>
              <a:t>例</a:t>
            </a:r>
            <a:r>
              <a:rPr lang="en-US" altLang="zh-CN" sz="2800" dirty="0"/>
              <a:t>  </a:t>
            </a:r>
            <a:r>
              <a:rPr lang="zh-CN" altLang="en-US" sz="2800" dirty="0"/>
              <a:t>一平行平板电容器充满两层厚度各为</a:t>
            </a:r>
            <a:r>
              <a:rPr lang="en-US" altLang="zh-CN" sz="2800" i="1" dirty="0"/>
              <a:t>d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 </a:t>
            </a:r>
            <a:r>
              <a:rPr lang="zh-CN" altLang="en-US" sz="2800" dirty="0"/>
              <a:t>和</a:t>
            </a:r>
            <a:r>
              <a:rPr lang="en-US" altLang="zh-CN" sz="2800" i="1" dirty="0"/>
              <a:t>d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</a:t>
            </a:r>
            <a:r>
              <a:rPr lang="zh-CN" altLang="en-US" sz="2800" dirty="0"/>
              <a:t>的电介质，它们的相对电容率分别为</a:t>
            </a:r>
            <a:r>
              <a:rPr lang="zh-CN" altLang="en-US" sz="2800" dirty="0">
                <a:sym typeface="Symbol" panose="05050102010706020507" pitchFamily="18" charset="2"/>
              </a:rPr>
              <a:t></a:t>
            </a:r>
            <a:r>
              <a:rPr lang="en-US" altLang="zh-CN" sz="2800" baseline="-25000" dirty="0">
                <a:sym typeface="Symbol" panose="05050102010706020507" pitchFamily="18" charset="2"/>
              </a:rPr>
              <a:t>r1</a:t>
            </a:r>
            <a:r>
              <a:rPr lang="zh-CN" altLang="en-US" sz="2800" dirty="0"/>
              <a:t>和</a:t>
            </a:r>
            <a:r>
              <a:rPr lang="zh-CN" altLang="en-US" sz="2800" dirty="0">
                <a:sym typeface="Symbol" panose="05050102010706020507" pitchFamily="18" charset="2"/>
              </a:rPr>
              <a:t></a:t>
            </a:r>
            <a:r>
              <a:rPr lang="en-US" altLang="zh-CN" sz="2800" baseline="-25000" dirty="0">
                <a:sym typeface="Symbol" panose="05050102010706020507" pitchFamily="18" charset="2"/>
              </a:rPr>
              <a:t>r2</a:t>
            </a:r>
            <a:r>
              <a:rPr lang="en-US" altLang="zh-CN" sz="2800" dirty="0"/>
              <a:t> ,  </a:t>
            </a:r>
            <a:r>
              <a:rPr lang="zh-CN" altLang="en-US" sz="2800" dirty="0"/>
              <a:t>极板面积为</a:t>
            </a:r>
            <a:r>
              <a:rPr lang="en-US" altLang="zh-CN" sz="2800" dirty="0"/>
              <a:t>S.   </a:t>
            </a:r>
          </a:p>
          <a:p>
            <a:pPr>
              <a:lnSpc>
                <a:spcPct val="125000"/>
              </a:lnSpc>
            </a:pPr>
            <a:r>
              <a:rPr lang="zh-CN" altLang="en-US" sz="2800" dirty="0">
                <a:solidFill>
                  <a:srgbClr val="CC0000"/>
                </a:solidFill>
              </a:rPr>
              <a:t>求</a:t>
            </a:r>
            <a:r>
              <a:rPr lang="en-US" altLang="zh-CN" sz="2800" dirty="0">
                <a:solidFill>
                  <a:srgbClr val="CC0000"/>
                </a:solidFill>
              </a:rPr>
              <a:t>:</a:t>
            </a:r>
            <a:r>
              <a:rPr lang="zh-CN" altLang="en-US" sz="2800" dirty="0"/>
              <a:t>电容器的电容；</a:t>
            </a:r>
          </a:p>
        </p:txBody>
      </p:sp>
      <p:grpSp>
        <p:nvGrpSpPr>
          <p:cNvPr id="121883" name="Group 27">
            <a:extLst>
              <a:ext uri="{FF2B5EF4-FFF2-40B4-BE49-F238E27FC236}">
                <a16:creationId xmlns:a16="http://schemas.microsoft.com/office/drawing/2014/main" id="{299E6536-38A6-4AC2-B9A6-3D80018FB7A6}"/>
              </a:ext>
            </a:extLst>
          </p:cNvPr>
          <p:cNvGrpSpPr>
            <a:grpSpLocks/>
          </p:cNvGrpSpPr>
          <p:nvPr/>
        </p:nvGrpSpPr>
        <p:grpSpPr bwMode="auto">
          <a:xfrm>
            <a:off x="5598171" y="2788445"/>
            <a:ext cx="2949178" cy="1112044"/>
            <a:chOff x="3187" y="2016"/>
            <a:chExt cx="2477" cy="934"/>
          </a:xfrm>
        </p:grpSpPr>
        <p:sp>
          <p:nvSpPr>
            <p:cNvPr id="121884" name="Rectangle 28">
              <a:extLst>
                <a:ext uri="{FF2B5EF4-FFF2-40B4-BE49-F238E27FC236}">
                  <a16:creationId xmlns:a16="http://schemas.microsoft.com/office/drawing/2014/main" id="{871E16D4-31CC-49CF-88E8-C6372C4212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7" y="2016"/>
              <a:ext cx="1824" cy="4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3000">
                  <a:solidFill>
                    <a:srgbClr val="0000FF"/>
                  </a:solidFill>
                </a:rPr>
                <a:t>-   -   -   -  -  -        </a:t>
              </a:r>
            </a:p>
          </p:txBody>
        </p:sp>
        <p:sp>
          <p:nvSpPr>
            <p:cNvPr id="121885" name="Text Box 29">
              <a:extLst>
                <a:ext uri="{FF2B5EF4-FFF2-40B4-BE49-F238E27FC236}">
                  <a16:creationId xmlns:a16="http://schemas.microsoft.com/office/drawing/2014/main" id="{4C3D143F-4B45-4D10-B63F-05805F2812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87" y="2601"/>
              <a:ext cx="2160" cy="3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100">
                  <a:solidFill>
                    <a:srgbClr val="CC0000"/>
                  </a:solidFill>
                </a:rPr>
                <a:t>+    +    +    +   +   +     </a:t>
              </a:r>
            </a:p>
          </p:txBody>
        </p:sp>
        <p:graphicFrame>
          <p:nvGraphicFramePr>
            <p:cNvPr id="121886" name="Object 30">
              <a:extLst>
                <a:ext uri="{FF2B5EF4-FFF2-40B4-BE49-F238E27FC236}">
                  <a16:creationId xmlns:a16="http://schemas.microsoft.com/office/drawing/2014/main" id="{D49E3616-6538-4F11-8033-B76AAE08714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968" y="2028"/>
            <a:ext cx="693" cy="4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330120" imgH="215640" progId="Equation.3">
                    <p:embed/>
                  </p:oleObj>
                </mc:Choice>
                <mc:Fallback>
                  <p:oleObj name="Equation" r:id="rId10" imgW="330120" imgH="215640" progId="Equation.3">
                    <p:embed/>
                    <p:pic>
                      <p:nvPicPr>
                        <p:cNvPr id="121886" name="Object 30">
                          <a:extLst>
                            <a:ext uri="{FF2B5EF4-FFF2-40B4-BE49-F238E27FC236}">
                              <a16:creationId xmlns:a16="http://schemas.microsoft.com/office/drawing/2014/main" id="{D49E3616-6538-4F11-8033-B76AAE08714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68" y="2028"/>
                          <a:ext cx="693" cy="4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1887" name="Object 31">
              <a:extLst>
                <a:ext uri="{FF2B5EF4-FFF2-40B4-BE49-F238E27FC236}">
                  <a16:creationId xmlns:a16="http://schemas.microsoft.com/office/drawing/2014/main" id="{4CD03D87-0A37-4FD0-9656-F10A2A01E52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971" y="2426"/>
            <a:ext cx="693" cy="4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330120" imgH="215640" progId="Equation.3">
                    <p:embed/>
                  </p:oleObj>
                </mc:Choice>
                <mc:Fallback>
                  <p:oleObj name="Equation" r:id="rId12" imgW="330120" imgH="215640" progId="Equation.3">
                    <p:embed/>
                    <p:pic>
                      <p:nvPicPr>
                        <p:cNvPr id="121887" name="Object 31">
                          <a:extLst>
                            <a:ext uri="{FF2B5EF4-FFF2-40B4-BE49-F238E27FC236}">
                              <a16:creationId xmlns:a16="http://schemas.microsoft.com/office/drawing/2014/main" id="{4CD03D87-0A37-4FD0-9656-F10A2A01E52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71" y="2426"/>
                          <a:ext cx="693" cy="4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1888" name="Group 32">
            <a:extLst>
              <a:ext uri="{FF2B5EF4-FFF2-40B4-BE49-F238E27FC236}">
                <a16:creationId xmlns:a16="http://schemas.microsoft.com/office/drawing/2014/main" id="{E958E163-2048-4788-9F2C-B5AFC15422DE}"/>
              </a:ext>
            </a:extLst>
          </p:cNvPr>
          <p:cNvGrpSpPr>
            <a:grpSpLocks/>
          </p:cNvGrpSpPr>
          <p:nvPr/>
        </p:nvGrpSpPr>
        <p:grpSpPr bwMode="auto">
          <a:xfrm>
            <a:off x="5575548" y="3588544"/>
            <a:ext cx="3011091" cy="1184672"/>
            <a:chOff x="3168" y="2688"/>
            <a:chExt cx="2529" cy="995"/>
          </a:xfrm>
        </p:grpSpPr>
        <p:sp>
          <p:nvSpPr>
            <p:cNvPr id="121889" name="Text Box 33">
              <a:extLst>
                <a:ext uri="{FF2B5EF4-FFF2-40B4-BE49-F238E27FC236}">
                  <a16:creationId xmlns:a16="http://schemas.microsoft.com/office/drawing/2014/main" id="{4DEBE325-4E5F-4750-A378-ED5CBB69D4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8" y="3264"/>
              <a:ext cx="2160" cy="3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100">
                  <a:solidFill>
                    <a:srgbClr val="CC0000"/>
                  </a:solidFill>
                </a:rPr>
                <a:t>+    +    +    +   +   +     </a:t>
              </a:r>
            </a:p>
          </p:txBody>
        </p:sp>
        <p:sp>
          <p:nvSpPr>
            <p:cNvPr id="121890" name="Rectangle 34">
              <a:extLst>
                <a:ext uri="{FF2B5EF4-FFF2-40B4-BE49-F238E27FC236}">
                  <a16:creationId xmlns:a16="http://schemas.microsoft.com/office/drawing/2014/main" id="{D5EBCC4E-3E1D-4741-A94C-9CC8C51C52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96" y="2688"/>
              <a:ext cx="1824" cy="4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3000">
                  <a:solidFill>
                    <a:srgbClr val="0000FF"/>
                  </a:solidFill>
                </a:rPr>
                <a:t>-   -   -   -  -  -        </a:t>
              </a:r>
            </a:p>
          </p:txBody>
        </p:sp>
        <p:graphicFrame>
          <p:nvGraphicFramePr>
            <p:cNvPr id="121891" name="Object 35">
              <a:extLst>
                <a:ext uri="{FF2B5EF4-FFF2-40B4-BE49-F238E27FC236}">
                  <a16:creationId xmlns:a16="http://schemas.microsoft.com/office/drawing/2014/main" id="{0E8E5BB0-81F7-412E-BEA6-73303560B66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978" y="3228"/>
            <a:ext cx="719" cy="4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342720" imgH="215640" progId="Equation.3">
                    <p:embed/>
                  </p:oleObj>
                </mc:Choice>
                <mc:Fallback>
                  <p:oleObj name="Equation" r:id="rId14" imgW="342720" imgH="215640" progId="Equation.3">
                    <p:embed/>
                    <p:pic>
                      <p:nvPicPr>
                        <p:cNvPr id="121891" name="Object 35">
                          <a:extLst>
                            <a:ext uri="{FF2B5EF4-FFF2-40B4-BE49-F238E27FC236}">
                              <a16:creationId xmlns:a16="http://schemas.microsoft.com/office/drawing/2014/main" id="{0E8E5BB0-81F7-412E-BEA6-73303560B66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78" y="3228"/>
                          <a:ext cx="719" cy="4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1892" name="Object 36">
              <a:extLst>
                <a:ext uri="{FF2B5EF4-FFF2-40B4-BE49-F238E27FC236}">
                  <a16:creationId xmlns:a16="http://schemas.microsoft.com/office/drawing/2014/main" id="{B513EEF2-95A1-4F06-890C-A4215348828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978" y="2810"/>
            <a:ext cx="719" cy="4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342720" imgH="215640" progId="Equation.3">
                    <p:embed/>
                  </p:oleObj>
                </mc:Choice>
                <mc:Fallback>
                  <p:oleObj name="Equation" r:id="rId16" imgW="342720" imgH="215640" progId="Equation.3">
                    <p:embed/>
                    <p:pic>
                      <p:nvPicPr>
                        <p:cNvPr id="121892" name="Object 36">
                          <a:extLst>
                            <a:ext uri="{FF2B5EF4-FFF2-40B4-BE49-F238E27FC236}">
                              <a16:creationId xmlns:a16="http://schemas.microsoft.com/office/drawing/2014/main" id="{B513EEF2-95A1-4F06-890C-A4215348828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78" y="2810"/>
                          <a:ext cx="719" cy="4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1893" name="Group 37">
            <a:extLst>
              <a:ext uri="{FF2B5EF4-FFF2-40B4-BE49-F238E27FC236}">
                <a16:creationId xmlns:a16="http://schemas.microsoft.com/office/drawing/2014/main" id="{C83764F4-D6C9-43D4-8C1C-DF8D593E701A}"/>
              </a:ext>
            </a:extLst>
          </p:cNvPr>
          <p:cNvGrpSpPr>
            <a:grpSpLocks/>
          </p:cNvGrpSpPr>
          <p:nvPr/>
        </p:nvGrpSpPr>
        <p:grpSpPr bwMode="auto">
          <a:xfrm>
            <a:off x="5861298" y="2674144"/>
            <a:ext cx="800100" cy="571500"/>
            <a:chOff x="3408" y="1920"/>
            <a:chExt cx="672" cy="480"/>
          </a:xfrm>
        </p:grpSpPr>
        <p:sp>
          <p:nvSpPr>
            <p:cNvPr id="121894" name="AutoShape 38">
              <a:extLst>
                <a:ext uri="{FF2B5EF4-FFF2-40B4-BE49-F238E27FC236}">
                  <a16:creationId xmlns:a16="http://schemas.microsoft.com/office/drawing/2014/main" id="{CE071CB0-A488-440A-9A9A-B45B735012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8" y="1920"/>
              <a:ext cx="672" cy="480"/>
            </a:xfrm>
            <a:prstGeom prst="can">
              <a:avLst>
                <a:gd name="adj" fmla="val 25000"/>
              </a:avLst>
            </a:prstGeom>
            <a:solidFill>
              <a:srgbClr val="CCFF99">
                <a:alpha val="50000"/>
              </a:srgbClr>
            </a:solidFill>
            <a:ln w="28575">
              <a:solidFill>
                <a:srgbClr val="009900"/>
              </a:solidFill>
              <a:round/>
              <a:headEnd type="none" w="sm" len="lg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graphicFrame>
          <p:nvGraphicFramePr>
            <p:cNvPr id="121895" name="Object 39">
              <a:extLst>
                <a:ext uri="{FF2B5EF4-FFF2-40B4-BE49-F238E27FC236}">
                  <a16:creationId xmlns:a16="http://schemas.microsoft.com/office/drawing/2014/main" id="{71006C38-192F-4B68-B488-B7FB4DA3E44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558" y="1968"/>
            <a:ext cx="330" cy="4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164880" imgH="215640" progId="Equation.3">
                    <p:embed/>
                  </p:oleObj>
                </mc:Choice>
                <mc:Fallback>
                  <p:oleObj name="Equation" r:id="rId18" imgW="164880" imgH="215640" progId="Equation.3">
                    <p:embed/>
                    <p:pic>
                      <p:nvPicPr>
                        <p:cNvPr id="121895" name="Object 39">
                          <a:extLst>
                            <a:ext uri="{FF2B5EF4-FFF2-40B4-BE49-F238E27FC236}">
                              <a16:creationId xmlns:a16="http://schemas.microsoft.com/office/drawing/2014/main" id="{71006C38-192F-4B68-B488-B7FB4DA3E44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58" y="1968"/>
                          <a:ext cx="330" cy="4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21896" name="Object 40">
            <a:extLst>
              <a:ext uri="{FF2B5EF4-FFF2-40B4-BE49-F238E27FC236}">
                <a16:creationId xmlns:a16="http://schemas.microsoft.com/office/drawing/2014/main" id="{B51E877F-FDE3-4EE7-9877-535BFA42A73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0835680"/>
              </p:ext>
            </p:extLst>
          </p:nvPr>
        </p:nvGraphicFramePr>
        <p:xfrm>
          <a:off x="1671537" y="2537130"/>
          <a:ext cx="2401312" cy="8917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927000" imgH="380880" progId="Equation.3">
                  <p:embed/>
                </p:oleObj>
              </mc:Choice>
              <mc:Fallback>
                <p:oleObj name="公式" r:id="rId20" imgW="927000" imgH="380880" progId="Equation.3">
                  <p:embed/>
                  <p:pic>
                    <p:nvPicPr>
                      <p:cNvPr id="121896" name="Object 40">
                        <a:extLst>
                          <a:ext uri="{FF2B5EF4-FFF2-40B4-BE49-F238E27FC236}">
                            <a16:creationId xmlns:a16="http://schemas.microsoft.com/office/drawing/2014/main" id="{B51E877F-FDE3-4EE7-9877-535BFA42A73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1537" y="2537130"/>
                        <a:ext cx="2401312" cy="89177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1897" name="Object 41">
            <a:extLst>
              <a:ext uri="{FF2B5EF4-FFF2-40B4-BE49-F238E27FC236}">
                <a16:creationId xmlns:a16="http://schemas.microsoft.com/office/drawing/2014/main" id="{05B90ADD-B533-4378-83EB-1892219D013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4150128"/>
              </p:ext>
            </p:extLst>
          </p:nvPr>
        </p:nvGraphicFramePr>
        <p:xfrm>
          <a:off x="1412232" y="3325063"/>
          <a:ext cx="1430833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469800" imgH="228600" progId="Equation.3">
                  <p:embed/>
                </p:oleObj>
              </mc:Choice>
              <mc:Fallback>
                <p:oleObj name="Equation" r:id="rId22" imgW="469800" imgH="228600" progId="Equation.3">
                  <p:embed/>
                  <p:pic>
                    <p:nvPicPr>
                      <p:cNvPr id="121897" name="Object 41">
                        <a:extLst>
                          <a:ext uri="{FF2B5EF4-FFF2-40B4-BE49-F238E27FC236}">
                            <a16:creationId xmlns:a16="http://schemas.microsoft.com/office/drawing/2014/main" id="{05B90ADD-B533-4378-83EB-1892219D013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2232" y="3325063"/>
                        <a:ext cx="1430833" cy="628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1898" name="Group 42">
            <a:extLst>
              <a:ext uri="{FF2B5EF4-FFF2-40B4-BE49-F238E27FC236}">
                <a16:creationId xmlns:a16="http://schemas.microsoft.com/office/drawing/2014/main" id="{2A30C0A6-031A-4D74-ADD7-8C12343DCED3}"/>
              </a:ext>
            </a:extLst>
          </p:cNvPr>
          <p:cNvGrpSpPr>
            <a:grpSpLocks/>
          </p:cNvGrpSpPr>
          <p:nvPr/>
        </p:nvGrpSpPr>
        <p:grpSpPr bwMode="auto">
          <a:xfrm>
            <a:off x="6889999" y="3074194"/>
            <a:ext cx="511969" cy="628650"/>
            <a:chOff x="4272" y="2256"/>
            <a:chExt cx="430" cy="528"/>
          </a:xfrm>
        </p:grpSpPr>
        <p:sp>
          <p:nvSpPr>
            <p:cNvPr id="121899" name="Line 43">
              <a:extLst>
                <a:ext uri="{FF2B5EF4-FFF2-40B4-BE49-F238E27FC236}">
                  <a16:creationId xmlns:a16="http://schemas.microsoft.com/office/drawing/2014/main" id="{14689331-243E-4717-9CC6-D5575A56F7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72" y="2256"/>
              <a:ext cx="0" cy="528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 type="non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  <p:graphicFrame>
          <p:nvGraphicFramePr>
            <p:cNvPr id="121900" name="Object 44">
              <a:extLst>
                <a:ext uri="{FF2B5EF4-FFF2-40B4-BE49-F238E27FC236}">
                  <a16:creationId xmlns:a16="http://schemas.microsoft.com/office/drawing/2014/main" id="{7012597D-C699-4C99-BD5F-B27D8C9A308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30" y="2304"/>
            <a:ext cx="372" cy="4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4" imgW="177480" imgH="228600" progId="Equation.3">
                    <p:embed/>
                  </p:oleObj>
                </mc:Choice>
                <mc:Fallback>
                  <p:oleObj name="Equation" r:id="rId24" imgW="177480" imgH="228600" progId="Equation.3">
                    <p:embed/>
                    <p:pic>
                      <p:nvPicPr>
                        <p:cNvPr id="121900" name="Object 44">
                          <a:extLst>
                            <a:ext uri="{FF2B5EF4-FFF2-40B4-BE49-F238E27FC236}">
                              <a16:creationId xmlns:a16="http://schemas.microsoft.com/office/drawing/2014/main" id="{7012597D-C699-4C99-BD5F-B27D8C9A308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30" y="2304"/>
                          <a:ext cx="372" cy="4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1901" name="Group 45">
            <a:extLst>
              <a:ext uri="{FF2B5EF4-FFF2-40B4-BE49-F238E27FC236}">
                <a16:creationId xmlns:a16="http://schemas.microsoft.com/office/drawing/2014/main" id="{9D13A20A-9725-436D-B564-6D8DD8E6B234}"/>
              </a:ext>
            </a:extLst>
          </p:cNvPr>
          <p:cNvGrpSpPr>
            <a:grpSpLocks/>
          </p:cNvGrpSpPr>
          <p:nvPr/>
        </p:nvGrpSpPr>
        <p:grpSpPr bwMode="auto">
          <a:xfrm>
            <a:off x="6889998" y="3874294"/>
            <a:ext cx="515541" cy="628650"/>
            <a:chOff x="4272" y="2928"/>
            <a:chExt cx="433" cy="528"/>
          </a:xfrm>
        </p:grpSpPr>
        <p:sp>
          <p:nvSpPr>
            <p:cNvPr id="121902" name="Line 46">
              <a:extLst>
                <a:ext uri="{FF2B5EF4-FFF2-40B4-BE49-F238E27FC236}">
                  <a16:creationId xmlns:a16="http://schemas.microsoft.com/office/drawing/2014/main" id="{476B7142-D2CD-4099-A523-34F84B5D45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72" y="2976"/>
              <a:ext cx="0" cy="480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 type="non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  <p:graphicFrame>
          <p:nvGraphicFramePr>
            <p:cNvPr id="121903" name="Object 47">
              <a:extLst>
                <a:ext uri="{FF2B5EF4-FFF2-40B4-BE49-F238E27FC236}">
                  <a16:creationId xmlns:a16="http://schemas.microsoft.com/office/drawing/2014/main" id="{B1C834A2-B53B-4D03-9B14-28E4360517B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07" y="2928"/>
            <a:ext cx="398" cy="4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6" imgW="190440" imgH="228600" progId="Equation.3">
                    <p:embed/>
                  </p:oleObj>
                </mc:Choice>
                <mc:Fallback>
                  <p:oleObj name="Equation" r:id="rId26" imgW="190440" imgH="228600" progId="Equation.3">
                    <p:embed/>
                    <p:pic>
                      <p:nvPicPr>
                        <p:cNvPr id="121903" name="Object 47">
                          <a:extLst>
                            <a:ext uri="{FF2B5EF4-FFF2-40B4-BE49-F238E27FC236}">
                              <a16:creationId xmlns:a16="http://schemas.microsoft.com/office/drawing/2014/main" id="{B1C834A2-B53B-4D03-9B14-28E4360517B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07" y="2928"/>
                          <a:ext cx="398" cy="4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21904" name="Object 48">
            <a:extLst>
              <a:ext uri="{FF2B5EF4-FFF2-40B4-BE49-F238E27FC236}">
                <a16:creationId xmlns:a16="http://schemas.microsoft.com/office/drawing/2014/main" id="{D248A3BD-FFB0-434D-91A6-306681B2B3D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2832720"/>
              </p:ext>
            </p:extLst>
          </p:nvPr>
        </p:nvGraphicFramePr>
        <p:xfrm>
          <a:off x="1354937" y="4064168"/>
          <a:ext cx="2195802" cy="10567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1117440" imgH="431640" progId="Equation.3">
                  <p:embed/>
                </p:oleObj>
              </mc:Choice>
              <mc:Fallback>
                <p:oleObj name="Equation" r:id="rId28" imgW="1117440" imgH="431640" progId="Equation.3">
                  <p:embed/>
                  <p:pic>
                    <p:nvPicPr>
                      <p:cNvPr id="121904" name="Object 48">
                        <a:extLst>
                          <a:ext uri="{FF2B5EF4-FFF2-40B4-BE49-F238E27FC236}">
                            <a16:creationId xmlns:a16="http://schemas.microsoft.com/office/drawing/2014/main" id="{D248A3BD-FFB0-434D-91A6-306681B2B3D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4937" y="4064168"/>
                        <a:ext cx="2195802" cy="10567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1905" name="Object 49">
            <a:extLst>
              <a:ext uri="{FF2B5EF4-FFF2-40B4-BE49-F238E27FC236}">
                <a16:creationId xmlns:a16="http://schemas.microsoft.com/office/drawing/2014/main" id="{24C3A285-BF54-4507-A954-641D8D5EC48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6992295"/>
              </p:ext>
            </p:extLst>
          </p:nvPr>
        </p:nvGraphicFramePr>
        <p:xfrm>
          <a:off x="1276528" y="5005664"/>
          <a:ext cx="2477076" cy="11648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1143000" imgH="431640" progId="Equation.3">
                  <p:embed/>
                </p:oleObj>
              </mc:Choice>
              <mc:Fallback>
                <p:oleObj name="Equation" r:id="rId30" imgW="1143000" imgH="431640" progId="Equation.3">
                  <p:embed/>
                  <p:pic>
                    <p:nvPicPr>
                      <p:cNvPr id="121905" name="Object 49">
                        <a:extLst>
                          <a:ext uri="{FF2B5EF4-FFF2-40B4-BE49-F238E27FC236}">
                            <a16:creationId xmlns:a16="http://schemas.microsoft.com/office/drawing/2014/main" id="{24C3A285-BF54-4507-A954-641D8D5EC48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6528" y="5005664"/>
                        <a:ext cx="2477076" cy="116482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1906" name="Text Box 50">
            <a:extLst>
              <a:ext uri="{FF2B5EF4-FFF2-40B4-BE49-F238E27FC236}">
                <a16:creationId xmlns:a16="http://schemas.microsoft.com/office/drawing/2014/main" id="{8FC96867-77D2-4991-B58E-472FFCF06A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3199" y="2560847"/>
            <a:ext cx="131445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solidFill>
                  <a:srgbClr val="CC0000"/>
                </a:solidFill>
              </a:rPr>
              <a:t>解</a:t>
            </a:r>
            <a:r>
              <a:rPr lang="en-US" altLang="zh-CN" sz="2800" dirty="0">
                <a:solidFill>
                  <a:srgbClr val="CC0000"/>
                </a:solidFill>
              </a:rPr>
              <a:t>: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1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18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7" dur="500"/>
                                        <p:tgtEl>
                                          <p:spTgt spid="121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21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21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21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218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218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218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218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21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219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219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219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219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2882" name="Object 2">
            <a:extLst>
              <a:ext uri="{FF2B5EF4-FFF2-40B4-BE49-F238E27FC236}">
                <a16:creationId xmlns:a16="http://schemas.microsoft.com/office/drawing/2014/main" id="{2E6C5A67-BD74-43EC-B776-4975807276E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88308" y="3214689"/>
          <a:ext cx="3042047" cy="5929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74640" imgH="291960" progId="Equation.3">
                  <p:embed/>
                </p:oleObj>
              </mc:Choice>
              <mc:Fallback>
                <p:oleObj name="Equation" r:id="rId2" imgW="1574640" imgH="291960" progId="Equation.3">
                  <p:embed/>
                  <p:pic>
                    <p:nvPicPr>
                      <p:cNvPr id="122882" name="Object 2">
                        <a:extLst>
                          <a:ext uri="{FF2B5EF4-FFF2-40B4-BE49-F238E27FC236}">
                            <a16:creationId xmlns:a16="http://schemas.microsoft.com/office/drawing/2014/main" id="{2E6C5A67-BD74-43EC-B776-4975807276E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8308" y="3214689"/>
                        <a:ext cx="3042047" cy="5929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883" name="Object 3">
            <a:extLst>
              <a:ext uri="{FF2B5EF4-FFF2-40B4-BE49-F238E27FC236}">
                <a16:creationId xmlns:a16="http://schemas.microsoft.com/office/drawing/2014/main" id="{E6510310-60EB-409F-879E-4277FC68F69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76438" y="3804047"/>
          <a:ext cx="1771650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54080" imgH="431640" progId="Equation.3">
                  <p:embed/>
                </p:oleObj>
              </mc:Choice>
              <mc:Fallback>
                <p:oleObj name="Equation" r:id="rId4" imgW="1054080" imgH="431640" progId="Equation.3">
                  <p:embed/>
                  <p:pic>
                    <p:nvPicPr>
                      <p:cNvPr id="122883" name="Object 3">
                        <a:extLst>
                          <a:ext uri="{FF2B5EF4-FFF2-40B4-BE49-F238E27FC236}">
                            <a16:creationId xmlns:a16="http://schemas.microsoft.com/office/drawing/2014/main" id="{E6510310-60EB-409F-879E-4277FC68F69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6438" y="3804047"/>
                        <a:ext cx="1771650" cy="933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884" name="Object 4">
            <a:extLst>
              <a:ext uri="{FF2B5EF4-FFF2-40B4-BE49-F238E27FC236}">
                <a16:creationId xmlns:a16="http://schemas.microsoft.com/office/drawing/2014/main" id="{2CD230C3-94EC-48A5-B90A-CFE4E2DE4F0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10929" y="4775598"/>
          <a:ext cx="2914650" cy="9215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96800" imgH="431640" progId="Equation.3">
                  <p:embed/>
                </p:oleObj>
              </mc:Choice>
              <mc:Fallback>
                <p:oleObj name="Equation" r:id="rId6" imgW="1396800" imgH="431640" progId="Equation.3">
                  <p:embed/>
                  <p:pic>
                    <p:nvPicPr>
                      <p:cNvPr id="122884" name="Object 4">
                        <a:extLst>
                          <a:ext uri="{FF2B5EF4-FFF2-40B4-BE49-F238E27FC236}">
                            <a16:creationId xmlns:a16="http://schemas.microsoft.com/office/drawing/2014/main" id="{2CD230C3-94EC-48A5-B90A-CFE4E2DE4F0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0929" y="4775598"/>
                        <a:ext cx="2914650" cy="92154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2886" name="Group 6">
            <a:extLst>
              <a:ext uri="{FF2B5EF4-FFF2-40B4-BE49-F238E27FC236}">
                <a16:creationId xmlns:a16="http://schemas.microsoft.com/office/drawing/2014/main" id="{8F9DE7BD-8490-4825-910B-30417A7BF645}"/>
              </a:ext>
            </a:extLst>
          </p:cNvPr>
          <p:cNvGrpSpPr>
            <a:grpSpLocks/>
          </p:cNvGrpSpPr>
          <p:nvPr/>
        </p:nvGrpSpPr>
        <p:grpSpPr bwMode="auto">
          <a:xfrm>
            <a:off x="4783931" y="1422797"/>
            <a:ext cx="3190875" cy="2667000"/>
            <a:chOff x="3024" y="448"/>
            <a:chExt cx="2680" cy="2240"/>
          </a:xfrm>
        </p:grpSpPr>
        <p:sp>
          <p:nvSpPr>
            <p:cNvPr id="122887" name="Rectangle 7">
              <a:extLst>
                <a:ext uri="{FF2B5EF4-FFF2-40B4-BE49-F238E27FC236}">
                  <a16:creationId xmlns:a16="http://schemas.microsoft.com/office/drawing/2014/main" id="{0194C9C9-BDCD-423E-82A2-FFDAF5EC5B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4" y="448"/>
              <a:ext cx="2640" cy="2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2"/>
              </a:solidFill>
              <a:miter lim="800000"/>
              <a:headEnd type="none" w="sm" len="lg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22888" name="Rectangle 8">
              <a:extLst>
                <a:ext uri="{FF2B5EF4-FFF2-40B4-BE49-F238E27FC236}">
                  <a16:creationId xmlns:a16="http://schemas.microsoft.com/office/drawing/2014/main" id="{3E297703-FC1D-4C08-96D4-2299B465D4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4" y="976"/>
              <a:ext cx="1507" cy="608"/>
            </a:xfrm>
            <a:prstGeom prst="rect">
              <a:avLst/>
            </a:prstGeom>
            <a:pattFill prst="pct20">
              <a:fgClr>
                <a:srgbClr val="0033CC"/>
              </a:fgClr>
              <a:bgClr>
                <a:srgbClr val="F3F3FF"/>
              </a:bgClr>
            </a:pattFill>
            <a:ln w="19050">
              <a:solidFill>
                <a:srgbClr val="CDCD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22889" name="Rectangle 9">
              <a:extLst>
                <a:ext uri="{FF2B5EF4-FFF2-40B4-BE49-F238E27FC236}">
                  <a16:creationId xmlns:a16="http://schemas.microsoft.com/office/drawing/2014/main" id="{157C8243-A743-44B9-9A98-DA318FD50D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4" y="1584"/>
              <a:ext cx="1507" cy="624"/>
            </a:xfrm>
            <a:prstGeom prst="rect">
              <a:avLst/>
            </a:prstGeom>
            <a:pattFill prst="pct20">
              <a:fgClr>
                <a:srgbClr val="996633"/>
              </a:fgClr>
              <a:bgClr>
                <a:srgbClr val="FFFFE1"/>
              </a:bgClr>
            </a:pattFill>
            <a:ln w="19050">
              <a:solidFill>
                <a:srgbClr val="E2C5A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22890" name="Rectangle 10">
              <a:extLst>
                <a:ext uri="{FF2B5EF4-FFF2-40B4-BE49-F238E27FC236}">
                  <a16:creationId xmlns:a16="http://schemas.microsoft.com/office/drawing/2014/main" id="{2C449F78-F3C1-40D6-8EA2-0F21487599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4" y="576"/>
              <a:ext cx="1488" cy="384"/>
            </a:xfrm>
            <a:prstGeom prst="rect">
              <a:avLst/>
            </a:prstGeom>
            <a:gradFill rotWithShape="0">
              <a:gsLst>
                <a:gs pos="0">
                  <a:schemeClr val="bg1">
                    <a:gamma/>
                    <a:shade val="66275"/>
                    <a:invGamma/>
                  </a:schemeClr>
                </a:gs>
                <a:gs pos="100000">
                  <a:schemeClr val="bg1"/>
                </a:gs>
              </a:gsLst>
              <a:lin ang="5400000" scaled="1"/>
            </a:gradFill>
            <a:ln w="190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22891" name="Rectangle 11">
              <a:extLst>
                <a:ext uri="{FF2B5EF4-FFF2-40B4-BE49-F238E27FC236}">
                  <a16:creationId xmlns:a16="http://schemas.microsoft.com/office/drawing/2014/main" id="{4401FE72-CF21-4EB5-804B-23E3BB58A2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4" y="2208"/>
              <a:ext cx="1507" cy="384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6275"/>
                    <a:invGamma/>
                  </a:schemeClr>
                </a:gs>
              </a:gsLst>
              <a:lin ang="5400000" scaled="1"/>
            </a:gradFill>
            <a:ln w="190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22892" name="Text Box 12">
              <a:extLst>
                <a:ext uri="{FF2B5EF4-FFF2-40B4-BE49-F238E27FC236}">
                  <a16:creationId xmlns:a16="http://schemas.microsoft.com/office/drawing/2014/main" id="{F731943B-B949-402F-B594-30C6E9E4F1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6" y="1969"/>
              <a:ext cx="2160" cy="3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100">
                  <a:solidFill>
                    <a:srgbClr val="CC0000"/>
                  </a:solidFill>
                </a:rPr>
                <a:t> +    +    +   +   +     </a:t>
              </a:r>
            </a:p>
          </p:txBody>
        </p:sp>
        <p:sp>
          <p:nvSpPr>
            <p:cNvPr id="122893" name="Rectangle 13">
              <a:extLst>
                <a:ext uri="{FF2B5EF4-FFF2-40B4-BE49-F238E27FC236}">
                  <a16:creationId xmlns:a16="http://schemas.microsoft.com/office/drawing/2014/main" id="{EC9AEE42-B068-4F06-8656-79E2F979E3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2" y="832"/>
              <a:ext cx="1824" cy="4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3000">
                  <a:solidFill>
                    <a:srgbClr val="0000FF"/>
                  </a:solidFill>
                </a:rPr>
                <a:t>-   -   -  -  -        </a:t>
              </a:r>
            </a:p>
          </p:txBody>
        </p:sp>
        <p:sp>
          <p:nvSpPr>
            <p:cNvPr id="122894" name="Rectangle 14">
              <a:extLst>
                <a:ext uri="{FF2B5EF4-FFF2-40B4-BE49-F238E27FC236}">
                  <a16:creationId xmlns:a16="http://schemas.microsoft.com/office/drawing/2014/main" id="{16587D2E-D922-4369-9800-05D09F409D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3" y="768"/>
              <a:ext cx="1593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350">
                  <a:solidFill>
                    <a:srgbClr val="CC0000"/>
                  </a:solidFill>
                </a:rPr>
                <a:t>+ + + + + + + + +</a:t>
              </a:r>
            </a:p>
          </p:txBody>
        </p:sp>
        <p:sp>
          <p:nvSpPr>
            <p:cNvPr id="122895" name="Rectangle 15">
              <a:extLst>
                <a:ext uri="{FF2B5EF4-FFF2-40B4-BE49-F238E27FC236}">
                  <a16:creationId xmlns:a16="http://schemas.microsoft.com/office/drawing/2014/main" id="{C470372A-9E5C-419E-85BA-0BF5D45797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4" y="2044"/>
              <a:ext cx="1483" cy="4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700">
                  <a:solidFill>
                    <a:srgbClr val="0000FF"/>
                  </a:solidFill>
                </a:rPr>
                <a:t>- - - - - - - - -</a:t>
              </a:r>
            </a:p>
          </p:txBody>
        </p:sp>
        <p:sp>
          <p:nvSpPr>
            <p:cNvPr id="122896" name="Text Box 16">
              <a:extLst>
                <a:ext uri="{FF2B5EF4-FFF2-40B4-BE49-F238E27FC236}">
                  <a16:creationId xmlns:a16="http://schemas.microsoft.com/office/drawing/2014/main" id="{7752E248-8100-4B95-BC35-B2ACB7B565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6" y="1296"/>
              <a:ext cx="2160" cy="3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100">
                  <a:solidFill>
                    <a:srgbClr val="CC0000"/>
                  </a:solidFill>
                </a:rPr>
                <a:t> +    +    +   +   +     </a:t>
              </a:r>
            </a:p>
          </p:txBody>
        </p:sp>
        <p:sp>
          <p:nvSpPr>
            <p:cNvPr id="122897" name="Rectangle 17">
              <a:extLst>
                <a:ext uri="{FF2B5EF4-FFF2-40B4-BE49-F238E27FC236}">
                  <a16:creationId xmlns:a16="http://schemas.microsoft.com/office/drawing/2014/main" id="{C6AB703D-50FD-4362-BE4A-DA54847832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1392"/>
              <a:ext cx="1824" cy="4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3000">
                  <a:solidFill>
                    <a:srgbClr val="0000FF"/>
                  </a:solidFill>
                </a:rPr>
                <a:t> -   -   -  -  -        </a:t>
              </a:r>
            </a:p>
          </p:txBody>
        </p:sp>
        <p:sp>
          <p:nvSpPr>
            <p:cNvPr id="122898" name="Line 18">
              <a:extLst>
                <a:ext uri="{FF2B5EF4-FFF2-40B4-BE49-F238E27FC236}">
                  <a16:creationId xmlns:a16="http://schemas.microsoft.com/office/drawing/2014/main" id="{52128FE0-BADE-42CF-8916-96852EC116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39" y="976"/>
              <a:ext cx="35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  <p:sp>
          <p:nvSpPr>
            <p:cNvPr id="122899" name="Line 19">
              <a:extLst>
                <a:ext uri="{FF2B5EF4-FFF2-40B4-BE49-F238E27FC236}">
                  <a16:creationId xmlns:a16="http://schemas.microsoft.com/office/drawing/2014/main" id="{FA5A6224-1112-4767-B060-D465F41A45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39" y="1600"/>
              <a:ext cx="40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  <p:sp>
          <p:nvSpPr>
            <p:cNvPr id="122900" name="Line 20">
              <a:extLst>
                <a:ext uri="{FF2B5EF4-FFF2-40B4-BE49-F238E27FC236}">
                  <a16:creationId xmlns:a16="http://schemas.microsoft.com/office/drawing/2014/main" id="{B0773E09-3EE6-4997-B71E-E0C5A3F7DC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39" y="2208"/>
              <a:ext cx="35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  <p:graphicFrame>
          <p:nvGraphicFramePr>
            <p:cNvPr id="122901" name="Object 21">
              <a:extLst>
                <a:ext uri="{FF2B5EF4-FFF2-40B4-BE49-F238E27FC236}">
                  <a16:creationId xmlns:a16="http://schemas.microsoft.com/office/drawing/2014/main" id="{5D47267A-FBC4-43C8-AEDB-58E88609998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097" y="1024"/>
            <a:ext cx="330" cy="4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64880" imgH="215640" progId="Equation.3">
                    <p:embed/>
                  </p:oleObj>
                </mc:Choice>
                <mc:Fallback>
                  <p:oleObj name="Equation" r:id="rId8" imgW="164880" imgH="215640" progId="Equation.3">
                    <p:embed/>
                    <p:pic>
                      <p:nvPicPr>
                        <p:cNvPr id="122901" name="Object 21">
                          <a:extLst>
                            <a:ext uri="{FF2B5EF4-FFF2-40B4-BE49-F238E27FC236}">
                              <a16:creationId xmlns:a16="http://schemas.microsoft.com/office/drawing/2014/main" id="{5D47267A-FBC4-43C8-AEDB-58E88609998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97" y="1024"/>
                          <a:ext cx="330" cy="4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2902" name="Object 22">
              <a:extLst>
                <a:ext uri="{FF2B5EF4-FFF2-40B4-BE49-F238E27FC236}">
                  <a16:creationId xmlns:a16="http://schemas.microsoft.com/office/drawing/2014/main" id="{D4B73E68-7893-4BA4-8D1A-4F73BC6F87D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072" y="1648"/>
            <a:ext cx="355" cy="4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77480" imgH="215640" progId="Equation.3">
                    <p:embed/>
                  </p:oleObj>
                </mc:Choice>
                <mc:Fallback>
                  <p:oleObj name="Equation" r:id="rId10" imgW="177480" imgH="215640" progId="Equation.3">
                    <p:embed/>
                    <p:pic>
                      <p:nvPicPr>
                        <p:cNvPr id="122902" name="Object 22">
                          <a:extLst>
                            <a:ext uri="{FF2B5EF4-FFF2-40B4-BE49-F238E27FC236}">
                              <a16:creationId xmlns:a16="http://schemas.microsoft.com/office/drawing/2014/main" id="{D4B73E68-7893-4BA4-8D1A-4F73BC6F87D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72" y="1648"/>
                          <a:ext cx="355" cy="4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2903" name="Object 23">
              <a:extLst>
                <a:ext uri="{FF2B5EF4-FFF2-40B4-BE49-F238E27FC236}">
                  <a16:creationId xmlns:a16="http://schemas.microsoft.com/office/drawing/2014/main" id="{AF7A1D35-2818-4101-868B-85E3BEF0E5B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39" y="448"/>
            <a:ext cx="640" cy="4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304560" imgH="228600" progId="Equation.3">
                    <p:embed/>
                  </p:oleObj>
                </mc:Choice>
                <mc:Fallback>
                  <p:oleObj name="Equation" r:id="rId12" imgW="304560" imgH="228600" progId="Equation.3">
                    <p:embed/>
                    <p:pic>
                      <p:nvPicPr>
                        <p:cNvPr id="122903" name="Object 23">
                          <a:extLst>
                            <a:ext uri="{FF2B5EF4-FFF2-40B4-BE49-F238E27FC236}">
                              <a16:creationId xmlns:a16="http://schemas.microsoft.com/office/drawing/2014/main" id="{AF7A1D35-2818-4101-868B-85E3BEF0E5B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39" y="448"/>
                          <a:ext cx="640" cy="4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2904" name="Object 24">
              <a:extLst>
                <a:ext uri="{FF2B5EF4-FFF2-40B4-BE49-F238E27FC236}">
                  <a16:creationId xmlns:a16="http://schemas.microsoft.com/office/drawing/2014/main" id="{708AD860-7832-4F92-9443-1EFAD4EDFDD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984" y="844"/>
            <a:ext cx="693" cy="4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330120" imgH="215640" progId="Equation.3">
                    <p:embed/>
                  </p:oleObj>
                </mc:Choice>
                <mc:Fallback>
                  <p:oleObj name="Equation" r:id="rId14" imgW="330120" imgH="215640" progId="Equation.3">
                    <p:embed/>
                    <p:pic>
                      <p:nvPicPr>
                        <p:cNvPr id="122904" name="Object 24">
                          <a:extLst>
                            <a:ext uri="{FF2B5EF4-FFF2-40B4-BE49-F238E27FC236}">
                              <a16:creationId xmlns:a16="http://schemas.microsoft.com/office/drawing/2014/main" id="{708AD860-7832-4F92-9443-1EFAD4EDFDD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84" y="844"/>
                          <a:ext cx="693" cy="4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2905" name="Object 25">
              <a:extLst>
                <a:ext uri="{FF2B5EF4-FFF2-40B4-BE49-F238E27FC236}">
                  <a16:creationId xmlns:a16="http://schemas.microsoft.com/office/drawing/2014/main" id="{C8AF05F4-F740-4523-B29D-A4E67F5BDAB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987" y="1200"/>
            <a:ext cx="693" cy="4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330120" imgH="215640" progId="Equation.3">
                    <p:embed/>
                  </p:oleObj>
                </mc:Choice>
                <mc:Fallback>
                  <p:oleObj name="Equation" r:id="rId16" imgW="330120" imgH="215640" progId="Equation.3">
                    <p:embed/>
                    <p:pic>
                      <p:nvPicPr>
                        <p:cNvPr id="122905" name="Object 25">
                          <a:extLst>
                            <a:ext uri="{FF2B5EF4-FFF2-40B4-BE49-F238E27FC236}">
                              <a16:creationId xmlns:a16="http://schemas.microsoft.com/office/drawing/2014/main" id="{C8AF05F4-F740-4523-B29D-A4E67F5BDAB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87" y="1200"/>
                          <a:ext cx="693" cy="4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2906" name="Object 26">
              <a:extLst>
                <a:ext uri="{FF2B5EF4-FFF2-40B4-BE49-F238E27FC236}">
                  <a16:creationId xmlns:a16="http://schemas.microsoft.com/office/drawing/2014/main" id="{16BF9AFD-311E-4948-9082-988A0E0CFE7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985" y="1920"/>
            <a:ext cx="719" cy="4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342720" imgH="215640" progId="Equation.3">
                    <p:embed/>
                  </p:oleObj>
                </mc:Choice>
                <mc:Fallback>
                  <p:oleObj name="Equation" r:id="rId18" imgW="342720" imgH="215640" progId="Equation.3">
                    <p:embed/>
                    <p:pic>
                      <p:nvPicPr>
                        <p:cNvPr id="122906" name="Object 26">
                          <a:extLst>
                            <a:ext uri="{FF2B5EF4-FFF2-40B4-BE49-F238E27FC236}">
                              <a16:creationId xmlns:a16="http://schemas.microsoft.com/office/drawing/2014/main" id="{16BF9AFD-311E-4948-9082-988A0E0CFE7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85" y="1920"/>
                          <a:ext cx="719" cy="4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2907" name="Object 27">
              <a:extLst>
                <a:ext uri="{FF2B5EF4-FFF2-40B4-BE49-F238E27FC236}">
                  <a16:creationId xmlns:a16="http://schemas.microsoft.com/office/drawing/2014/main" id="{2D131D03-641F-4335-9F5A-C396D07D890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985" y="1536"/>
            <a:ext cx="719" cy="4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342720" imgH="215640" progId="Equation.3">
                    <p:embed/>
                  </p:oleObj>
                </mc:Choice>
                <mc:Fallback>
                  <p:oleObj name="Equation" r:id="rId20" imgW="342720" imgH="215640" progId="Equation.3">
                    <p:embed/>
                    <p:pic>
                      <p:nvPicPr>
                        <p:cNvPr id="122907" name="Object 27">
                          <a:extLst>
                            <a:ext uri="{FF2B5EF4-FFF2-40B4-BE49-F238E27FC236}">
                              <a16:creationId xmlns:a16="http://schemas.microsoft.com/office/drawing/2014/main" id="{2D131D03-641F-4335-9F5A-C396D07D890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85" y="1536"/>
                          <a:ext cx="719" cy="4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2908" name="Object 28">
              <a:extLst>
                <a:ext uri="{FF2B5EF4-FFF2-40B4-BE49-F238E27FC236}">
                  <a16:creationId xmlns:a16="http://schemas.microsoft.com/office/drawing/2014/main" id="{2B5A2D55-BE77-4433-8F37-16ED00E9A5F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71" y="2160"/>
            <a:ext cx="640" cy="4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304560" imgH="228600" progId="Equation.3">
                    <p:embed/>
                  </p:oleObj>
                </mc:Choice>
                <mc:Fallback>
                  <p:oleObj name="Equation" r:id="rId22" imgW="304560" imgH="228600" progId="Equation.3">
                    <p:embed/>
                    <p:pic>
                      <p:nvPicPr>
                        <p:cNvPr id="122908" name="Object 28">
                          <a:extLst>
                            <a:ext uri="{FF2B5EF4-FFF2-40B4-BE49-F238E27FC236}">
                              <a16:creationId xmlns:a16="http://schemas.microsoft.com/office/drawing/2014/main" id="{2B5A2D55-BE77-4433-8F37-16ED00E9A5F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71" y="2160"/>
                          <a:ext cx="640" cy="4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2909" name="AutoShape 29">
              <a:extLst>
                <a:ext uri="{FF2B5EF4-FFF2-40B4-BE49-F238E27FC236}">
                  <a16:creationId xmlns:a16="http://schemas.microsoft.com/office/drawing/2014/main" id="{C13BD79D-DB31-4AFB-A6AE-CBCA2ECE04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4" y="768"/>
              <a:ext cx="672" cy="480"/>
            </a:xfrm>
            <a:prstGeom prst="can">
              <a:avLst>
                <a:gd name="adj" fmla="val 25000"/>
              </a:avLst>
            </a:prstGeom>
            <a:solidFill>
              <a:srgbClr val="CCFF99">
                <a:alpha val="50000"/>
              </a:srgbClr>
            </a:solidFill>
            <a:ln w="28575">
              <a:solidFill>
                <a:srgbClr val="009900"/>
              </a:solidFill>
              <a:round/>
              <a:headEnd type="none" w="sm" len="lg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graphicFrame>
          <p:nvGraphicFramePr>
            <p:cNvPr id="122910" name="Object 30">
              <a:extLst>
                <a:ext uri="{FF2B5EF4-FFF2-40B4-BE49-F238E27FC236}">
                  <a16:creationId xmlns:a16="http://schemas.microsoft.com/office/drawing/2014/main" id="{90673F43-06B8-4352-8632-2FBDB88ADA0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888" y="576"/>
            <a:ext cx="330" cy="4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4" imgW="164880" imgH="215640" progId="Equation.3">
                    <p:embed/>
                  </p:oleObj>
                </mc:Choice>
                <mc:Fallback>
                  <p:oleObj name="Equation" r:id="rId24" imgW="164880" imgH="215640" progId="Equation.3">
                    <p:embed/>
                    <p:pic>
                      <p:nvPicPr>
                        <p:cNvPr id="122910" name="Object 30">
                          <a:extLst>
                            <a:ext uri="{FF2B5EF4-FFF2-40B4-BE49-F238E27FC236}">
                              <a16:creationId xmlns:a16="http://schemas.microsoft.com/office/drawing/2014/main" id="{90673F43-06B8-4352-8632-2FBDB88ADA0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88" y="576"/>
                          <a:ext cx="330" cy="4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2911" name="Line 31">
              <a:extLst>
                <a:ext uri="{FF2B5EF4-FFF2-40B4-BE49-F238E27FC236}">
                  <a16:creationId xmlns:a16="http://schemas.microsoft.com/office/drawing/2014/main" id="{0B43BA38-A8EC-4D0D-A70D-C15069C88B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60" y="1008"/>
              <a:ext cx="0" cy="528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 type="non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  <p:graphicFrame>
          <p:nvGraphicFramePr>
            <p:cNvPr id="122912" name="Object 32">
              <a:extLst>
                <a:ext uri="{FF2B5EF4-FFF2-40B4-BE49-F238E27FC236}">
                  <a16:creationId xmlns:a16="http://schemas.microsoft.com/office/drawing/2014/main" id="{A5DFB3F6-9E45-4C7A-BAA7-7D45BFF284B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560" y="1008"/>
            <a:ext cx="372" cy="4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6" imgW="177480" imgH="228600" progId="Equation.3">
                    <p:embed/>
                  </p:oleObj>
                </mc:Choice>
                <mc:Fallback>
                  <p:oleObj name="Equation" r:id="rId26" imgW="177480" imgH="228600" progId="Equation.3">
                    <p:embed/>
                    <p:pic>
                      <p:nvPicPr>
                        <p:cNvPr id="122912" name="Object 32">
                          <a:extLst>
                            <a:ext uri="{FF2B5EF4-FFF2-40B4-BE49-F238E27FC236}">
                              <a16:creationId xmlns:a16="http://schemas.microsoft.com/office/drawing/2014/main" id="{A5DFB3F6-9E45-4C7A-BAA7-7D45BFF284B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60" y="1008"/>
                          <a:ext cx="372" cy="4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2913" name="Line 33">
              <a:extLst>
                <a:ext uri="{FF2B5EF4-FFF2-40B4-BE49-F238E27FC236}">
                  <a16:creationId xmlns:a16="http://schemas.microsoft.com/office/drawing/2014/main" id="{B86851F6-10BE-40E5-9ED9-9405806007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60" y="1680"/>
              <a:ext cx="0" cy="480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 type="non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  <p:graphicFrame>
          <p:nvGraphicFramePr>
            <p:cNvPr id="122914" name="Object 34">
              <a:extLst>
                <a:ext uri="{FF2B5EF4-FFF2-40B4-BE49-F238E27FC236}">
                  <a16:creationId xmlns:a16="http://schemas.microsoft.com/office/drawing/2014/main" id="{AAF8387C-E346-463C-840A-B0BBAA9A44C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595" y="1632"/>
            <a:ext cx="398" cy="4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8" imgW="190440" imgH="228600" progId="Equation.3">
                    <p:embed/>
                  </p:oleObj>
                </mc:Choice>
                <mc:Fallback>
                  <p:oleObj name="Equation" r:id="rId28" imgW="190440" imgH="228600" progId="Equation.3">
                    <p:embed/>
                    <p:pic>
                      <p:nvPicPr>
                        <p:cNvPr id="122914" name="Object 34">
                          <a:extLst>
                            <a:ext uri="{FF2B5EF4-FFF2-40B4-BE49-F238E27FC236}">
                              <a16:creationId xmlns:a16="http://schemas.microsoft.com/office/drawing/2014/main" id="{AAF8387C-E346-463C-840A-B0BBAA9A44C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95" y="1632"/>
                          <a:ext cx="398" cy="4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2915" name="Line 35">
              <a:extLst>
                <a:ext uri="{FF2B5EF4-FFF2-40B4-BE49-F238E27FC236}">
                  <a16:creationId xmlns:a16="http://schemas.microsoft.com/office/drawing/2014/main" id="{99D12AD0-B2AE-4F07-B376-E4E7851DCE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8" y="1585"/>
              <a:ext cx="0" cy="62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  <p:sp>
          <p:nvSpPr>
            <p:cNvPr id="122916" name="Line 36">
              <a:extLst>
                <a:ext uri="{FF2B5EF4-FFF2-40B4-BE49-F238E27FC236}">
                  <a16:creationId xmlns:a16="http://schemas.microsoft.com/office/drawing/2014/main" id="{732FF1FF-7587-46FE-870B-30555F1965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8" y="976"/>
              <a:ext cx="0" cy="62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</p:grpSp>
      <p:grpSp>
        <p:nvGrpSpPr>
          <p:cNvPr id="122919" name="Group 39">
            <a:extLst>
              <a:ext uri="{FF2B5EF4-FFF2-40B4-BE49-F238E27FC236}">
                <a16:creationId xmlns:a16="http://schemas.microsoft.com/office/drawing/2014/main" id="{C9942E0E-0B1E-4129-87EB-2D679B60AD9C}"/>
              </a:ext>
            </a:extLst>
          </p:cNvPr>
          <p:cNvGrpSpPr>
            <a:grpSpLocks/>
          </p:cNvGrpSpPr>
          <p:nvPr/>
        </p:nvGrpSpPr>
        <p:grpSpPr bwMode="auto">
          <a:xfrm>
            <a:off x="1706166" y="1289447"/>
            <a:ext cx="2400300" cy="1843088"/>
            <a:chOff x="288" y="336"/>
            <a:chExt cx="2016" cy="1548"/>
          </a:xfrm>
        </p:grpSpPr>
        <p:graphicFrame>
          <p:nvGraphicFramePr>
            <p:cNvPr id="122920" name="Object 40">
              <a:extLst>
                <a:ext uri="{FF2B5EF4-FFF2-40B4-BE49-F238E27FC236}">
                  <a16:creationId xmlns:a16="http://schemas.microsoft.com/office/drawing/2014/main" id="{B07D4AF3-280E-4DBA-A1E2-BD426F3101F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80" y="336"/>
            <a:ext cx="1776" cy="8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0" imgW="1117440" imgH="431640" progId="Equation.3">
                    <p:embed/>
                  </p:oleObj>
                </mc:Choice>
                <mc:Fallback>
                  <p:oleObj name="Equation" r:id="rId30" imgW="1117440" imgH="431640" progId="Equation.3">
                    <p:embed/>
                    <p:pic>
                      <p:nvPicPr>
                        <p:cNvPr id="122920" name="Object 40">
                          <a:extLst>
                            <a:ext uri="{FF2B5EF4-FFF2-40B4-BE49-F238E27FC236}">
                              <a16:creationId xmlns:a16="http://schemas.microsoft.com/office/drawing/2014/main" id="{B07D4AF3-280E-4DBA-A1E2-BD426F3101F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0" y="336"/>
                          <a:ext cx="1776" cy="8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2921" name="Object 41">
              <a:extLst>
                <a:ext uri="{FF2B5EF4-FFF2-40B4-BE49-F238E27FC236}">
                  <a16:creationId xmlns:a16="http://schemas.microsoft.com/office/drawing/2014/main" id="{E05C57AE-26AD-480A-BDD9-C3BE1C2926E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28" y="1104"/>
            <a:ext cx="1776" cy="7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2" imgW="1143000" imgH="431640" progId="Equation.3">
                    <p:embed/>
                  </p:oleObj>
                </mc:Choice>
                <mc:Fallback>
                  <p:oleObj name="Equation" r:id="rId32" imgW="1143000" imgH="431640" progId="Equation.3">
                    <p:embed/>
                    <p:pic>
                      <p:nvPicPr>
                        <p:cNvPr id="122921" name="Object 41">
                          <a:extLst>
                            <a:ext uri="{FF2B5EF4-FFF2-40B4-BE49-F238E27FC236}">
                              <a16:creationId xmlns:a16="http://schemas.microsoft.com/office/drawing/2014/main" id="{E05C57AE-26AD-480A-BDD9-C3BE1C2926E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8" y="1104"/>
                          <a:ext cx="1776" cy="7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2922" name="AutoShape 42">
              <a:extLst>
                <a:ext uri="{FF2B5EF4-FFF2-40B4-BE49-F238E27FC236}">
                  <a16:creationId xmlns:a16="http://schemas.microsoft.com/office/drawing/2014/main" id="{6229638D-814D-4B0E-A509-1FCDB99CD8D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" y="624"/>
              <a:ext cx="192" cy="864"/>
            </a:xfrm>
            <a:prstGeom prst="leftBrace">
              <a:avLst>
                <a:gd name="adj1" fmla="val 37500"/>
                <a:gd name="adj2" fmla="val 50000"/>
              </a:avLst>
            </a:prstGeom>
            <a:noFill/>
            <a:ln w="28575">
              <a:solidFill>
                <a:srgbClr val="FF0000"/>
              </a:solidFill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2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2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22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灯片编号占位符 1">
            <a:extLst>
              <a:ext uri="{FF2B5EF4-FFF2-40B4-BE49-F238E27FC236}">
                <a16:creationId xmlns:a16="http://schemas.microsoft.com/office/drawing/2014/main" id="{98541C36-3F16-905B-E678-BE236DF90E4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0742CF01-68DF-4129-AC7B-FDF82EF554D9}" type="slidenum">
              <a:rPr lang="zh-CN" altLang="en-US"/>
              <a:pPr/>
              <a:t>32</a:t>
            </a:fld>
            <a:endParaRPr lang="zh-CN" altLang="en-US"/>
          </a:p>
        </p:txBody>
      </p:sp>
      <p:grpSp>
        <p:nvGrpSpPr>
          <p:cNvPr id="208900" name="组合 208899">
            <a:extLst>
              <a:ext uri="{FF2B5EF4-FFF2-40B4-BE49-F238E27FC236}">
                <a16:creationId xmlns:a16="http://schemas.microsoft.com/office/drawing/2014/main" id="{C4D3CC4A-D546-C2A4-A75C-BA1F08BF257A}"/>
              </a:ext>
            </a:extLst>
          </p:cNvPr>
          <p:cNvGrpSpPr>
            <a:grpSpLocks/>
          </p:cNvGrpSpPr>
          <p:nvPr/>
        </p:nvGrpSpPr>
        <p:grpSpPr bwMode="auto">
          <a:xfrm>
            <a:off x="250825" y="449263"/>
            <a:ext cx="8569325" cy="3376612"/>
            <a:chOff x="113" y="255"/>
            <a:chExt cx="5398" cy="2127"/>
          </a:xfrm>
        </p:grpSpPr>
        <p:grpSp>
          <p:nvGrpSpPr>
            <p:cNvPr id="48131" name="组合 208900">
              <a:extLst>
                <a:ext uri="{FF2B5EF4-FFF2-40B4-BE49-F238E27FC236}">
                  <a16:creationId xmlns:a16="http://schemas.microsoft.com/office/drawing/2014/main" id="{FEFF95FD-FED9-6B41-BB20-10449364113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3" y="255"/>
              <a:ext cx="5398" cy="1390"/>
              <a:chOff x="113" y="255"/>
              <a:chExt cx="5398" cy="1390"/>
            </a:xfrm>
          </p:grpSpPr>
          <p:sp>
            <p:nvSpPr>
              <p:cNvPr id="48132" name="文本框 208901">
                <a:extLst>
                  <a:ext uri="{FF2B5EF4-FFF2-40B4-BE49-F238E27FC236}">
                    <a16:creationId xmlns:a16="http://schemas.microsoft.com/office/drawing/2014/main" id="{F1A7E41A-8C9E-57B0-4D6E-A90994E642D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3" y="618"/>
                <a:ext cx="3792" cy="10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>
                  <a:lnSpc>
                    <a:spcPct val="120000"/>
                  </a:lnSpc>
                  <a:spcBef>
                    <a:spcPct val="50000"/>
                  </a:spcBef>
                </a:pPr>
                <a:r>
                  <a:rPr lang="en-US" altLang="zh-CN" sz="2800" b="1" dirty="0"/>
                  <a:t>(1)</a:t>
                </a:r>
                <a:r>
                  <a:rPr lang="zh-CN" altLang="en-US" sz="2800" b="1" dirty="0"/>
                  <a:t>中心平面的场强</a:t>
                </a:r>
                <a:r>
                  <a:rPr lang="en-US" altLang="zh-CN" sz="2800" b="1" dirty="0"/>
                  <a:t>;</a:t>
                </a:r>
                <a:br>
                  <a:rPr lang="en-US" altLang="zh-CN" sz="2800" b="1" dirty="0"/>
                </a:br>
                <a:r>
                  <a:rPr lang="en-US" altLang="zh-CN" sz="2800" b="1" dirty="0"/>
                  <a:t>(2)</a:t>
                </a:r>
                <a:r>
                  <a:rPr lang="zh-CN" altLang="en-US" sz="2800" b="1" dirty="0"/>
                  <a:t>板内任意点的场强。</a:t>
                </a:r>
                <a:br>
                  <a:rPr lang="zh-CN" altLang="en-US" sz="2800" b="1" dirty="0"/>
                </a:br>
                <a:r>
                  <a:rPr lang="en-US" altLang="zh-CN" sz="2800" b="1" dirty="0"/>
                  <a:t>(3)</a:t>
                </a:r>
                <a:r>
                  <a:rPr lang="zh-CN" altLang="en-US" sz="2800" b="1" dirty="0"/>
                  <a:t>板外任意点处的场强。</a:t>
                </a:r>
              </a:p>
            </p:txBody>
          </p:sp>
          <p:grpSp>
            <p:nvGrpSpPr>
              <p:cNvPr id="48133" name="组合 208902">
                <a:extLst>
                  <a:ext uri="{FF2B5EF4-FFF2-40B4-BE49-F238E27FC236}">
                    <a16:creationId xmlns:a16="http://schemas.microsoft.com/office/drawing/2014/main" id="{BB8A58F4-4E45-6A97-FD53-D485DC11E52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13" y="255"/>
                <a:ext cx="5398" cy="368"/>
                <a:chOff x="113" y="255"/>
                <a:chExt cx="5398" cy="368"/>
              </a:xfrm>
            </p:grpSpPr>
            <p:sp>
              <p:nvSpPr>
                <p:cNvPr id="48134" name="文本框 208903">
                  <a:extLst>
                    <a:ext uri="{FF2B5EF4-FFF2-40B4-BE49-F238E27FC236}">
                      <a16:creationId xmlns:a16="http://schemas.microsoft.com/office/drawing/2014/main" id="{8FFE53C6-9284-D657-C7E3-BD94C268937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13" y="255"/>
                  <a:ext cx="5398" cy="36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zh-CN" altLang="en-US" sz="3200" dirty="0">
                      <a:solidFill>
                        <a:srgbClr val="0000FF"/>
                      </a:solidFill>
                    </a:rPr>
                    <a:t>例</a:t>
                  </a:r>
                  <a:r>
                    <a:rPr lang="en-US" altLang="zh-CN" sz="3200" dirty="0">
                      <a:solidFill>
                        <a:srgbClr val="0000FF"/>
                      </a:solidFill>
                    </a:rPr>
                    <a:t>.</a:t>
                  </a:r>
                  <a:r>
                    <a:rPr lang="zh-CN" altLang="en-US" sz="3200" dirty="0"/>
                    <a:t> </a:t>
                  </a:r>
                  <a:r>
                    <a:rPr lang="zh-CN" altLang="en-US" sz="3200" dirty="0">
                      <a:sym typeface="Symbol" panose="05050102010706020507" pitchFamily="18" charset="2"/>
                    </a:rPr>
                    <a:t>无限大平板，厚</a:t>
                  </a:r>
                  <a:r>
                    <a:rPr lang="en-US" altLang="zh-CN" sz="3200" dirty="0">
                      <a:sym typeface="Symbol" panose="05050102010706020507" pitchFamily="18" charset="2"/>
                    </a:rPr>
                    <a:t>2</a:t>
                  </a:r>
                  <a:r>
                    <a:rPr lang="en-US" altLang="zh-CN" sz="3200" i="1" dirty="0">
                      <a:sym typeface="Symbol" panose="05050102010706020507" pitchFamily="18" charset="2"/>
                    </a:rPr>
                    <a:t>d,               </a:t>
                  </a:r>
                  <a:r>
                    <a:rPr lang="zh-CN" altLang="en-US" sz="3200" dirty="0">
                      <a:sym typeface="Symbol" panose="05050102010706020507" pitchFamily="18" charset="2"/>
                    </a:rPr>
                    <a:t>，</a:t>
                  </a:r>
                  <a:r>
                    <a:rPr lang="en-US" altLang="zh-CN" sz="3200" i="1" dirty="0">
                      <a:sym typeface="Symbol" panose="05050102010706020507" pitchFamily="18" charset="2"/>
                    </a:rPr>
                    <a:t>k</a:t>
                  </a:r>
                  <a:r>
                    <a:rPr lang="zh-CN" altLang="en-US" sz="3200" dirty="0">
                      <a:sym typeface="Symbol" panose="05050102010706020507" pitchFamily="18" charset="2"/>
                    </a:rPr>
                    <a:t>为正常数。</a:t>
                  </a:r>
                  <a:r>
                    <a:rPr lang="zh-CN" altLang="zh-CN" sz="3200" dirty="0"/>
                    <a:t>求</a:t>
                  </a:r>
                  <a:r>
                    <a:rPr lang="en-US" altLang="zh-CN" sz="3200" dirty="0"/>
                    <a:t>:</a:t>
                  </a:r>
                  <a:r>
                    <a:rPr lang="en-US" altLang="en-US" sz="3200" i="1" dirty="0">
                      <a:sym typeface="Symbol" panose="05050102010706020507" pitchFamily="18" charset="2"/>
                    </a:rPr>
                    <a:t> </a:t>
                  </a:r>
                  <a:endParaRPr lang="en-US" altLang="zh-CN" sz="3200" i="1" dirty="0">
                    <a:sym typeface="Symbol" panose="05050102010706020507" pitchFamily="18" charset="2"/>
                  </a:endParaRPr>
                </a:p>
              </p:txBody>
            </p:sp>
            <p:graphicFrame>
              <p:nvGraphicFramePr>
                <p:cNvPr id="48135" name="对象 208904">
                  <a:extLst>
                    <a:ext uri="{FF2B5EF4-FFF2-40B4-BE49-F238E27FC236}">
                      <a16:creationId xmlns:a16="http://schemas.microsoft.com/office/drawing/2014/main" id="{5555C773-DBCD-A000-743B-B92FCC097A04}"/>
                    </a:ext>
                  </a:extLst>
                </p:cNvPr>
                <p:cNvGraphicFramePr>
                  <a:graphicFrameLocks/>
                </p:cNvGraphicFramePr>
                <p:nvPr>
                  <p:extLst>
                    <p:ext uri="{D42A27DB-BD31-4B8C-83A1-F6EECF244321}">
                      <p14:modId xmlns:p14="http://schemas.microsoft.com/office/powerpoint/2010/main" val="3627282392"/>
                    </p:ext>
                  </p:extLst>
                </p:nvPr>
              </p:nvGraphicFramePr>
              <p:xfrm>
                <a:off x="2743" y="270"/>
                <a:ext cx="764" cy="34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r:id="rId2" imgW="533169" imgH="241195" progId="Equation.3">
                        <p:embed/>
                      </p:oleObj>
                    </mc:Choice>
                    <mc:Fallback>
                      <p:oleObj r:id="rId2" imgW="533169" imgH="241195" progId="Equation.3">
                        <p:embed/>
                        <p:pic>
                          <p:nvPicPr>
                            <p:cNvPr id="48135" name="对象 208904">
                              <a:extLst>
                                <a:ext uri="{FF2B5EF4-FFF2-40B4-BE49-F238E27FC236}">
                                  <a16:creationId xmlns:a16="http://schemas.microsoft.com/office/drawing/2014/main" id="{5555C773-DBCD-A000-743B-B92FCC097A04}"/>
                                </a:ext>
                              </a:extLst>
                            </p:cNvPr>
                            <p:cNvPicPr>
                              <a:picLocks noChangeArrowheads="1"/>
                            </p:cNvPicPr>
                            <p:nvPr/>
                          </p:nvPicPr>
                          <p:blipFill>
                            <a:blip r:embed="rId3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743" y="270"/>
                              <a:ext cx="764" cy="345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38100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</p:grpSp>
        <p:grpSp>
          <p:nvGrpSpPr>
            <p:cNvPr id="48136" name="组合 208905">
              <a:extLst>
                <a:ext uri="{FF2B5EF4-FFF2-40B4-BE49-F238E27FC236}">
                  <a16:creationId xmlns:a16="http://schemas.microsoft.com/office/drawing/2014/main" id="{7FCD0CA1-9FFF-BABE-D488-4079FD05ED3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85" y="663"/>
              <a:ext cx="1547" cy="1719"/>
              <a:chOff x="3785" y="663"/>
              <a:chExt cx="1547" cy="1719"/>
            </a:xfrm>
          </p:grpSpPr>
          <p:sp>
            <p:nvSpPr>
              <p:cNvPr id="48137" name="立方体 208906">
                <a:extLst>
                  <a:ext uri="{FF2B5EF4-FFF2-40B4-BE49-F238E27FC236}">
                    <a16:creationId xmlns:a16="http://schemas.microsoft.com/office/drawing/2014/main" id="{4AA7E5B6-069B-8981-4A7A-99F5D2EAB00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 flipH="1">
                <a:off x="3980" y="663"/>
                <a:ext cx="923" cy="1719"/>
              </a:xfrm>
              <a:prstGeom prst="cube">
                <a:avLst>
                  <a:gd name="adj" fmla="val 28125"/>
                </a:avLst>
              </a:prstGeom>
              <a:gradFill rotWithShape="0">
                <a:gsLst>
                  <a:gs pos="0">
                    <a:srgbClr val="D2C4D1"/>
                  </a:gs>
                  <a:gs pos="50000">
                    <a:srgbClr val="FFFFFF"/>
                  </a:gs>
                  <a:gs pos="100000">
                    <a:srgbClr val="D2C4D1"/>
                  </a:gs>
                </a:gsLst>
                <a:lin ang="0" scaled="1"/>
              </a:gradFill>
              <a:ln w="9525">
                <a:solidFill>
                  <a:srgbClr val="80008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zh-CN" altLang="en-US" sz="2400" b="0">
                    <a:ea typeface="楷体_GB2312" pitchFamily="49" charset="-122"/>
                  </a:rPr>
                  <a:t>  </a:t>
                </a:r>
              </a:p>
            </p:txBody>
          </p:sp>
          <p:grpSp>
            <p:nvGrpSpPr>
              <p:cNvPr id="48138" name="组合 208907">
                <a:extLst>
                  <a:ext uri="{FF2B5EF4-FFF2-40B4-BE49-F238E27FC236}">
                    <a16:creationId xmlns:a16="http://schemas.microsoft.com/office/drawing/2014/main" id="{D65632A4-D22D-8C2E-4764-B6690258E27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40" y="2020"/>
                <a:ext cx="653" cy="288"/>
                <a:chOff x="4240" y="2020"/>
                <a:chExt cx="653" cy="288"/>
              </a:xfrm>
            </p:grpSpPr>
            <p:sp>
              <p:nvSpPr>
                <p:cNvPr id="48139" name="直接连接符 208908">
                  <a:extLst>
                    <a:ext uri="{FF2B5EF4-FFF2-40B4-BE49-F238E27FC236}">
                      <a16:creationId xmlns:a16="http://schemas.microsoft.com/office/drawing/2014/main" id="{B075D441-9519-12C3-CACF-085F4744AC05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4240" y="2156"/>
                  <a:ext cx="23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 type="triangle" w="med" len="med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8140" name="直接连接符 208909">
                  <a:extLst>
                    <a:ext uri="{FF2B5EF4-FFF2-40B4-BE49-F238E27FC236}">
                      <a16:creationId xmlns:a16="http://schemas.microsoft.com/office/drawing/2014/main" id="{6DE2853C-1875-F3F5-7930-C273BA4A2E80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4662" y="2156"/>
                  <a:ext cx="231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8141" name="文本框 208910">
                  <a:extLst>
                    <a:ext uri="{FF2B5EF4-FFF2-40B4-BE49-F238E27FC236}">
                      <a16:creationId xmlns:a16="http://schemas.microsoft.com/office/drawing/2014/main" id="{6136103D-E412-9089-4408-C48EFDA9787C}"/>
                    </a:ext>
                  </a:extLst>
                </p:cNvPr>
                <p:cNvSpPr txBox="1">
                  <a:spLocks noChangeAspect="1" noChangeArrowheads="1"/>
                </p:cNvSpPr>
                <p:nvPr/>
              </p:nvSpPr>
              <p:spPr bwMode="auto">
                <a:xfrm>
                  <a:off x="4380" y="2020"/>
                  <a:ext cx="308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2400">
                      <a:ea typeface="楷体_GB2312" pitchFamily="49" charset="-122"/>
                    </a:rPr>
                    <a:t>2</a:t>
                  </a:r>
                  <a:r>
                    <a:rPr lang="en-US" altLang="zh-CN" sz="2400" i="1">
                      <a:ea typeface="楷体_GB2312" pitchFamily="49" charset="-122"/>
                    </a:rPr>
                    <a:t>d</a:t>
                  </a:r>
                  <a:endParaRPr lang="en-US" altLang="zh-CN" sz="2400" b="0">
                    <a:ea typeface="楷体_GB2312" pitchFamily="49" charset="-122"/>
                  </a:endParaRPr>
                </a:p>
              </p:txBody>
            </p:sp>
          </p:grpSp>
          <p:grpSp>
            <p:nvGrpSpPr>
              <p:cNvPr id="48142" name="组合 208911">
                <a:extLst>
                  <a:ext uri="{FF2B5EF4-FFF2-40B4-BE49-F238E27FC236}">
                    <a16:creationId xmlns:a16="http://schemas.microsoft.com/office/drawing/2014/main" id="{5F9AE3AF-EF31-1119-0722-031910178B4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785" y="1236"/>
                <a:ext cx="1547" cy="368"/>
                <a:chOff x="3785" y="1236"/>
                <a:chExt cx="1547" cy="368"/>
              </a:xfrm>
            </p:grpSpPr>
            <p:sp>
              <p:nvSpPr>
                <p:cNvPr id="48143" name="直接连接符 208912">
                  <a:extLst>
                    <a:ext uri="{FF2B5EF4-FFF2-40B4-BE49-F238E27FC236}">
                      <a16:creationId xmlns:a16="http://schemas.microsoft.com/office/drawing/2014/main" id="{C7395919-02CC-DFD6-735E-D123BFB7F25F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3785" y="1527"/>
                  <a:ext cx="1537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8144" name="椭圆 208913">
                  <a:extLst>
                    <a:ext uri="{FF2B5EF4-FFF2-40B4-BE49-F238E27FC236}">
                      <a16:creationId xmlns:a16="http://schemas.microsoft.com/office/drawing/2014/main" id="{264119A4-EE75-5CCE-8C8D-B0D2011291B4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4477" y="1508"/>
                  <a:ext cx="38" cy="39"/>
                </a:xfrm>
                <a:prstGeom prst="ellipse">
                  <a:avLst/>
                </a:prstGeom>
                <a:solidFill>
                  <a:srgbClr val="80008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0" hangingPunct="0"/>
                  <a:endParaRPr lang="zh-CN" altLang="en-US"/>
                </a:p>
              </p:txBody>
            </p:sp>
            <p:sp>
              <p:nvSpPr>
                <p:cNvPr id="48145" name="矩形 208914">
                  <a:extLst>
                    <a:ext uri="{FF2B5EF4-FFF2-40B4-BE49-F238E27FC236}">
                      <a16:creationId xmlns:a16="http://schemas.microsoft.com/office/drawing/2014/main" id="{82479601-F1FB-0AB1-1E3F-DE506292B85B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4371" y="1260"/>
                  <a:ext cx="244" cy="2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2400" i="1" dirty="0">
                      <a:ea typeface="楷体_GB2312" pitchFamily="49" charset="-122"/>
                    </a:rPr>
                    <a:t>O</a:t>
                  </a:r>
                </a:p>
              </p:txBody>
            </p:sp>
            <p:sp>
              <p:nvSpPr>
                <p:cNvPr id="48146" name="矩形 208915">
                  <a:extLst>
                    <a:ext uri="{FF2B5EF4-FFF2-40B4-BE49-F238E27FC236}">
                      <a16:creationId xmlns:a16="http://schemas.microsoft.com/office/drawing/2014/main" id="{AC79DE51-68DD-52CD-9A77-64C7E1549832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5101" y="1236"/>
                  <a:ext cx="231" cy="36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3200" i="1" dirty="0">
                      <a:latin typeface="Times New Roman" panose="02020603050405020304" pitchFamily="18" charset="0"/>
                      <a:ea typeface="楷体_GB2312" pitchFamily="49" charset="-122"/>
                      <a:cs typeface="Times New Roman" panose="02020603050405020304" pitchFamily="18" charset="0"/>
                    </a:rPr>
                    <a:t>x</a:t>
                  </a:r>
                </a:p>
              </p:txBody>
            </p:sp>
          </p:grpSp>
        </p:grpSp>
      </p:grpSp>
      <p:graphicFrame>
        <p:nvGraphicFramePr>
          <p:cNvPr id="208917" name="对象 208916">
            <a:extLst>
              <a:ext uri="{FF2B5EF4-FFF2-40B4-BE49-F238E27FC236}">
                <a16:creationId xmlns:a16="http://schemas.microsoft.com/office/drawing/2014/main" id="{B08B1E55-4968-797F-687D-010FAA1C1F9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41508123"/>
              </p:ext>
            </p:extLst>
          </p:nvPr>
        </p:nvGraphicFramePr>
        <p:xfrm>
          <a:off x="3327400" y="3362325"/>
          <a:ext cx="1208087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444307" imgH="241195" progId="Equation.3">
                  <p:embed/>
                </p:oleObj>
              </mc:Choice>
              <mc:Fallback>
                <p:oleObj r:id="rId4" imgW="444307" imgH="241195" progId="Equation.3">
                  <p:embed/>
                  <p:pic>
                    <p:nvPicPr>
                      <p:cNvPr id="208917" name="对象 208916">
                        <a:extLst>
                          <a:ext uri="{FF2B5EF4-FFF2-40B4-BE49-F238E27FC236}">
                            <a16:creationId xmlns:a16="http://schemas.microsoft.com/office/drawing/2014/main" id="{B08B1E55-4968-797F-687D-010FAA1C1F96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27400" y="3362325"/>
                        <a:ext cx="1208087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8918" name="文本框 208917">
            <a:extLst>
              <a:ext uri="{FF2B5EF4-FFF2-40B4-BE49-F238E27FC236}">
                <a16:creationId xmlns:a16="http://schemas.microsoft.com/office/drawing/2014/main" id="{C7C2B335-CC10-6BBF-A7B7-4659B530E1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4393" y="2830513"/>
            <a:ext cx="3962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solidFill>
                  <a:srgbClr val="A50021"/>
                </a:solidFill>
                <a:ea typeface="楷体_GB2312" pitchFamily="49" charset="-122"/>
              </a:rPr>
              <a:t>解：</a:t>
            </a:r>
            <a:r>
              <a:rPr lang="zh-CN" altLang="en-US" sz="2800" dirty="0">
                <a:ea typeface="楷体_GB2312" pitchFamily="49" charset="-122"/>
              </a:rPr>
              <a:t>（</a:t>
            </a:r>
            <a:r>
              <a:rPr lang="en-US" altLang="zh-CN" sz="2800" dirty="0">
                <a:ea typeface="楷体_GB2312" pitchFamily="49" charset="-122"/>
              </a:rPr>
              <a:t>1</a:t>
            </a:r>
            <a:r>
              <a:rPr lang="zh-CN" altLang="en-US" sz="2800" dirty="0">
                <a:ea typeface="楷体_GB2312" pitchFamily="49" charset="-122"/>
              </a:rPr>
              <a:t>）由对称性可知</a:t>
            </a:r>
          </a:p>
        </p:txBody>
      </p:sp>
      <p:sp>
        <p:nvSpPr>
          <p:cNvPr id="208919" name="文本框 208918">
            <a:extLst>
              <a:ext uri="{FF2B5EF4-FFF2-40B4-BE49-F238E27FC236}">
                <a16:creationId xmlns:a16="http://schemas.microsoft.com/office/drawing/2014/main" id="{B78A9208-3C7C-201B-1E2B-1EF1660420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4037" y="3404543"/>
            <a:ext cx="2133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ea typeface="楷体_GB2312" pitchFamily="49" charset="-122"/>
              </a:rPr>
              <a:t>中心平面上</a:t>
            </a:r>
          </a:p>
        </p:txBody>
      </p:sp>
      <p:grpSp>
        <p:nvGrpSpPr>
          <p:cNvPr id="208920" name="组合 208919">
            <a:extLst>
              <a:ext uri="{FF2B5EF4-FFF2-40B4-BE49-F238E27FC236}">
                <a16:creationId xmlns:a16="http://schemas.microsoft.com/office/drawing/2014/main" id="{F4665414-C12B-D5B8-7118-EE4926DBFE7C}"/>
              </a:ext>
            </a:extLst>
          </p:cNvPr>
          <p:cNvGrpSpPr>
            <a:grpSpLocks/>
          </p:cNvGrpSpPr>
          <p:nvPr/>
        </p:nvGrpSpPr>
        <p:grpSpPr bwMode="auto">
          <a:xfrm>
            <a:off x="6405563" y="1570038"/>
            <a:ext cx="1433512" cy="1127125"/>
            <a:chOff x="4168" y="1555"/>
            <a:chExt cx="903" cy="710"/>
          </a:xfrm>
        </p:grpSpPr>
        <p:sp>
          <p:nvSpPr>
            <p:cNvPr id="48151" name="平行四边形 208920">
              <a:extLst>
                <a:ext uri="{FF2B5EF4-FFF2-40B4-BE49-F238E27FC236}">
                  <a16:creationId xmlns:a16="http://schemas.microsoft.com/office/drawing/2014/main" id="{310C67E9-BA27-19FA-2154-5F60780B407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5400000">
              <a:off x="3946" y="1775"/>
              <a:ext cx="691" cy="250"/>
            </a:xfrm>
            <a:prstGeom prst="parallelogram">
              <a:avLst>
                <a:gd name="adj" fmla="val 62689"/>
              </a:avLst>
            </a:prstGeom>
            <a:solidFill>
              <a:srgbClr val="33CCCC"/>
            </a:solidFill>
            <a:ln w="28575">
              <a:solidFill>
                <a:srgbClr val="800080"/>
              </a:solidFill>
              <a:prstDash val="dash"/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zh-CN" altLang="en-US"/>
            </a:p>
          </p:txBody>
        </p:sp>
        <p:sp>
          <p:nvSpPr>
            <p:cNvPr id="48152" name="平行四边形 208921">
              <a:extLst>
                <a:ext uri="{FF2B5EF4-FFF2-40B4-BE49-F238E27FC236}">
                  <a16:creationId xmlns:a16="http://schemas.microsoft.com/office/drawing/2014/main" id="{106C5A9F-31E0-0B90-0A52-6CEE7BDC1D9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5400000">
              <a:off x="4599" y="1794"/>
              <a:ext cx="691" cy="250"/>
            </a:xfrm>
            <a:prstGeom prst="parallelogram">
              <a:avLst>
                <a:gd name="adj" fmla="val 62689"/>
              </a:avLst>
            </a:prstGeom>
            <a:solidFill>
              <a:srgbClr val="33CCCC"/>
            </a:solidFill>
            <a:ln w="28575">
              <a:solidFill>
                <a:srgbClr val="800080"/>
              </a:solidFill>
              <a:prstDash val="dash"/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zh-CN" altLang="en-US"/>
            </a:p>
          </p:txBody>
        </p:sp>
      </p:grpSp>
      <p:grpSp>
        <p:nvGrpSpPr>
          <p:cNvPr id="208923" name="组合 208922">
            <a:extLst>
              <a:ext uri="{FF2B5EF4-FFF2-40B4-BE49-F238E27FC236}">
                <a16:creationId xmlns:a16="http://schemas.microsoft.com/office/drawing/2014/main" id="{00D41BA1-E857-CB11-A5BB-7AB6EC3090F1}"/>
              </a:ext>
            </a:extLst>
          </p:cNvPr>
          <p:cNvGrpSpPr>
            <a:grpSpLocks/>
          </p:cNvGrpSpPr>
          <p:nvPr/>
        </p:nvGrpSpPr>
        <p:grpSpPr bwMode="auto">
          <a:xfrm>
            <a:off x="6083300" y="3760788"/>
            <a:ext cx="2366963" cy="3124200"/>
            <a:chOff x="2397" y="2208"/>
            <a:chExt cx="1491" cy="1968"/>
          </a:xfrm>
        </p:grpSpPr>
        <p:sp>
          <p:nvSpPr>
            <p:cNvPr id="48154" name="矩形 208923">
              <a:extLst>
                <a:ext uri="{FF2B5EF4-FFF2-40B4-BE49-F238E27FC236}">
                  <a16:creationId xmlns:a16="http://schemas.microsoft.com/office/drawing/2014/main" id="{9783D73B-6348-D134-BC0C-F96965A071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5" y="2529"/>
              <a:ext cx="757" cy="1326"/>
            </a:xfrm>
            <a:prstGeom prst="rect">
              <a:avLst/>
            </a:prstGeom>
            <a:gradFill rotWithShape="0">
              <a:gsLst>
                <a:gs pos="0">
                  <a:srgbClr val="D2C4D1"/>
                </a:gs>
                <a:gs pos="50000">
                  <a:srgbClr val="FFFFFF"/>
                </a:gs>
                <a:gs pos="100000">
                  <a:srgbClr val="D2C4D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endParaRPr lang="zh-CN" altLang="en-US"/>
            </a:p>
          </p:txBody>
        </p:sp>
        <p:sp>
          <p:nvSpPr>
            <p:cNvPr id="48155" name="直接连接符 208924">
              <a:extLst>
                <a:ext uri="{FF2B5EF4-FFF2-40B4-BE49-F238E27FC236}">
                  <a16:creationId xmlns:a16="http://schemas.microsoft.com/office/drawing/2014/main" id="{1641598B-D678-5AAE-1782-99820A50FA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32" y="2786"/>
              <a:ext cx="3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56" name="直接连接符 208925">
              <a:extLst>
                <a:ext uri="{FF2B5EF4-FFF2-40B4-BE49-F238E27FC236}">
                  <a16:creationId xmlns:a16="http://schemas.microsoft.com/office/drawing/2014/main" id="{AA07B140-5AE5-23A3-AF95-88086C974D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32" y="2987"/>
              <a:ext cx="3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57" name="直接连接符 208926">
              <a:extLst>
                <a:ext uri="{FF2B5EF4-FFF2-40B4-BE49-F238E27FC236}">
                  <a16:creationId xmlns:a16="http://schemas.microsoft.com/office/drawing/2014/main" id="{5A52B27E-E328-19BE-156F-C0A4B9C1D7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32" y="3182"/>
              <a:ext cx="3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58" name="直接连接符 208927">
              <a:extLst>
                <a:ext uri="{FF2B5EF4-FFF2-40B4-BE49-F238E27FC236}">
                  <a16:creationId xmlns:a16="http://schemas.microsoft.com/office/drawing/2014/main" id="{B99D537D-B0BC-CA4D-7E73-5A15097193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32" y="3378"/>
              <a:ext cx="3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59" name="直接连接符 208928">
              <a:extLst>
                <a:ext uri="{FF2B5EF4-FFF2-40B4-BE49-F238E27FC236}">
                  <a16:creationId xmlns:a16="http://schemas.microsoft.com/office/drawing/2014/main" id="{EBF5D73D-8292-01F4-9309-AFFE5FC340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17" y="3592"/>
              <a:ext cx="3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60" name="直接连接符 208929">
              <a:extLst>
                <a:ext uri="{FF2B5EF4-FFF2-40B4-BE49-F238E27FC236}">
                  <a16:creationId xmlns:a16="http://schemas.microsoft.com/office/drawing/2014/main" id="{DEF0E83B-8185-D9E9-8CA5-184B276CD3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97" y="2796"/>
              <a:ext cx="3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61" name="直接连接符 208930">
              <a:extLst>
                <a:ext uri="{FF2B5EF4-FFF2-40B4-BE49-F238E27FC236}">
                  <a16:creationId xmlns:a16="http://schemas.microsoft.com/office/drawing/2014/main" id="{CCB49D57-AA35-E81B-9410-13DEC7B911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97" y="2985"/>
              <a:ext cx="3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62" name="直接连接符 208931">
              <a:extLst>
                <a:ext uri="{FF2B5EF4-FFF2-40B4-BE49-F238E27FC236}">
                  <a16:creationId xmlns:a16="http://schemas.microsoft.com/office/drawing/2014/main" id="{ECC597DD-300C-C565-218E-C0A62CF91E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97" y="3180"/>
              <a:ext cx="3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63" name="直接连接符 208932">
              <a:extLst>
                <a:ext uri="{FF2B5EF4-FFF2-40B4-BE49-F238E27FC236}">
                  <a16:creationId xmlns:a16="http://schemas.microsoft.com/office/drawing/2014/main" id="{513D3458-A9F6-356A-2BAC-0C04BDB98B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97" y="3400"/>
              <a:ext cx="3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64" name="直接连接符 208933">
              <a:extLst>
                <a:ext uri="{FF2B5EF4-FFF2-40B4-BE49-F238E27FC236}">
                  <a16:creationId xmlns:a16="http://schemas.microsoft.com/office/drawing/2014/main" id="{FC99888E-99B0-3349-DB42-5A95DA2052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0" y="3590"/>
              <a:ext cx="3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65" name="直接连接符 208934">
              <a:extLst>
                <a:ext uri="{FF2B5EF4-FFF2-40B4-BE49-F238E27FC236}">
                  <a16:creationId xmlns:a16="http://schemas.microsoft.com/office/drawing/2014/main" id="{BB80F497-E6A0-5562-A023-78EA6F05A1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31" y="2208"/>
              <a:ext cx="0" cy="19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66" name="直接连接符 208935">
              <a:extLst>
                <a:ext uri="{FF2B5EF4-FFF2-40B4-BE49-F238E27FC236}">
                  <a16:creationId xmlns:a16="http://schemas.microsoft.com/office/drawing/2014/main" id="{2E0E5738-764D-F9EB-953D-7BEE2902E6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94" y="2786"/>
              <a:ext cx="5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67" name="直接连接符 208936">
              <a:extLst>
                <a:ext uri="{FF2B5EF4-FFF2-40B4-BE49-F238E27FC236}">
                  <a16:creationId xmlns:a16="http://schemas.microsoft.com/office/drawing/2014/main" id="{4D8CB598-1E52-0DBD-3B5E-E5EA07F5E2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94" y="2993"/>
              <a:ext cx="5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68" name="直接连接符 208937">
              <a:extLst>
                <a:ext uri="{FF2B5EF4-FFF2-40B4-BE49-F238E27FC236}">
                  <a16:creationId xmlns:a16="http://schemas.microsoft.com/office/drawing/2014/main" id="{AEA1F55C-82BA-FC47-3E0F-587DE93874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94" y="3188"/>
              <a:ext cx="5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69" name="直接连接符 208938">
              <a:extLst>
                <a:ext uri="{FF2B5EF4-FFF2-40B4-BE49-F238E27FC236}">
                  <a16:creationId xmlns:a16="http://schemas.microsoft.com/office/drawing/2014/main" id="{4A3FF64B-A533-B623-BC3B-4566834C37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94" y="3390"/>
              <a:ext cx="5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70" name="直接连接符 208939">
              <a:extLst>
                <a:ext uri="{FF2B5EF4-FFF2-40B4-BE49-F238E27FC236}">
                  <a16:creationId xmlns:a16="http://schemas.microsoft.com/office/drawing/2014/main" id="{6952AFCC-2C56-BDE2-D269-CB2607AD9B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87" y="3592"/>
              <a:ext cx="5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71" name="直接连接符 208940">
              <a:extLst>
                <a:ext uri="{FF2B5EF4-FFF2-40B4-BE49-F238E27FC236}">
                  <a16:creationId xmlns:a16="http://schemas.microsoft.com/office/drawing/2014/main" id="{0E5D6F82-B861-90F8-3F53-402C80680E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0" y="2839"/>
              <a:ext cx="11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72" name="直接连接符 208941">
              <a:extLst>
                <a:ext uri="{FF2B5EF4-FFF2-40B4-BE49-F238E27FC236}">
                  <a16:creationId xmlns:a16="http://schemas.microsoft.com/office/drawing/2014/main" id="{B649E195-33E8-B618-F13B-675B5EADE0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0" y="3028"/>
              <a:ext cx="11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73" name="直接连接符 208942">
              <a:extLst>
                <a:ext uri="{FF2B5EF4-FFF2-40B4-BE49-F238E27FC236}">
                  <a16:creationId xmlns:a16="http://schemas.microsoft.com/office/drawing/2014/main" id="{D7ADBD13-25AB-BEB6-1F6E-8C3B8488EA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0" y="3223"/>
              <a:ext cx="11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74" name="直接连接符 208943">
              <a:extLst>
                <a:ext uri="{FF2B5EF4-FFF2-40B4-BE49-F238E27FC236}">
                  <a16:creationId xmlns:a16="http://schemas.microsoft.com/office/drawing/2014/main" id="{81067369-4AB7-313A-5283-F6485A77F6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0" y="3437"/>
              <a:ext cx="11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75" name="直接连接符 208944">
              <a:extLst>
                <a:ext uri="{FF2B5EF4-FFF2-40B4-BE49-F238E27FC236}">
                  <a16:creationId xmlns:a16="http://schemas.microsoft.com/office/drawing/2014/main" id="{798BC7A8-03D5-F05B-0454-9558D4B185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76" y="3645"/>
              <a:ext cx="11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76" name="直接连接符 208945">
              <a:extLst>
                <a:ext uri="{FF2B5EF4-FFF2-40B4-BE49-F238E27FC236}">
                  <a16:creationId xmlns:a16="http://schemas.microsoft.com/office/drawing/2014/main" id="{B47018BA-1240-26F2-8B58-453E42FB8C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86" y="2786"/>
              <a:ext cx="17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77" name="直接连接符 208946">
              <a:extLst>
                <a:ext uri="{FF2B5EF4-FFF2-40B4-BE49-F238E27FC236}">
                  <a16:creationId xmlns:a16="http://schemas.microsoft.com/office/drawing/2014/main" id="{878E29E2-2FFE-93B9-5D4A-0AA4505E61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86" y="2987"/>
              <a:ext cx="17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78" name="直接连接符 208947">
              <a:extLst>
                <a:ext uri="{FF2B5EF4-FFF2-40B4-BE49-F238E27FC236}">
                  <a16:creationId xmlns:a16="http://schemas.microsoft.com/office/drawing/2014/main" id="{E9655072-A91F-8FC3-073B-EED3E375E8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80" y="3188"/>
              <a:ext cx="17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79" name="直接连接符 208948">
              <a:extLst>
                <a:ext uri="{FF2B5EF4-FFF2-40B4-BE49-F238E27FC236}">
                  <a16:creationId xmlns:a16="http://schemas.microsoft.com/office/drawing/2014/main" id="{C4FC28A7-A792-D653-4016-B482533BAB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86" y="3384"/>
              <a:ext cx="17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80" name="直接连接符 208949">
              <a:extLst>
                <a:ext uri="{FF2B5EF4-FFF2-40B4-BE49-F238E27FC236}">
                  <a16:creationId xmlns:a16="http://schemas.microsoft.com/office/drawing/2014/main" id="{1A09245A-88E6-F4D2-CD59-2C44293245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5" y="3598"/>
              <a:ext cx="17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81" name="直接连接符 208950">
              <a:extLst>
                <a:ext uri="{FF2B5EF4-FFF2-40B4-BE49-F238E27FC236}">
                  <a16:creationId xmlns:a16="http://schemas.microsoft.com/office/drawing/2014/main" id="{F79396F1-01C0-E895-19EE-591DAC80EC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9" y="2788"/>
              <a:ext cx="5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82" name="直接连接符 208951">
              <a:extLst>
                <a:ext uri="{FF2B5EF4-FFF2-40B4-BE49-F238E27FC236}">
                  <a16:creationId xmlns:a16="http://schemas.microsoft.com/office/drawing/2014/main" id="{34D0F1BC-2882-E244-5747-23460AE06F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9" y="2989"/>
              <a:ext cx="5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83" name="直接连接符 208952">
              <a:extLst>
                <a:ext uri="{FF2B5EF4-FFF2-40B4-BE49-F238E27FC236}">
                  <a16:creationId xmlns:a16="http://schemas.microsoft.com/office/drawing/2014/main" id="{6E61BDA1-4561-864E-AEA4-0812818039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9" y="3184"/>
              <a:ext cx="5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84" name="直接连接符 208953">
              <a:extLst>
                <a:ext uri="{FF2B5EF4-FFF2-40B4-BE49-F238E27FC236}">
                  <a16:creationId xmlns:a16="http://schemas.microsoft.com/office/drawing/2014/main" id="{02B812FB-4212-6662-72B7-EEF037E494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9" y="3398"/>
              <a:ext cx="5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85" name="直接连接符 208954">
              <a:extLst>
                <a:ext uri="{FF2B5EF4-FFF2-40B4-BE49-F238E27FC236}">
                  <a16:creationId xmlns:a16="http://schemas.microsoft.com/office/drawing/2014/main" id="{79FFC74E-151C-7B03-9A0B-85A0149353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2" y="3588"/>
              <a:ext cx="5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86" name="直接连接符 208955">
              <a:extLst>
                <a:ext uri="{FF2B5EF4-FFF2-40B4-BE49-F238E27FC236}">
                  <a16:creationId xmlns:a16="http://schemas.microsoft.com/office/drawing/2014/main" id="{3B743D00-1FE5-8CC2-2875-7E223A43D1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11" y="2846"/>
              <a:ext cx="11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87" name="直接连接符 208956">
              <a:extLst>
                <a:ext uri="{FF2B5EF4-FFF2-40B4-BE49-F238E27FC236}">
                  <a16:creationId xmlns:a16="http://schemas.microsoft.com/office/drawing/2014/main" id="{D92E812A-860D-CDF6-53F6-30D61097B4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11" y="3035"/>
              <a:ext cx="11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88" name="直接连接符 208957">
              <a:extLst>
                <a:ext uri="{FF2B5EF4-FFF2-40B4-BE49-F238E27FC236}">
                  <a16:creationId xmlns:a16="http://schemas.microsoft.com/office/drawing/2014/main" id="{10953D7B-1E38-E947-63DC-E5237666FE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11" y="3224"/>
              <a:ext cx="11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89" name="直接连接符 208958">
              <a:extLst>
                <a:ext uri="{FF2B5EF4-FFF2-40B4-BE49-F238E27FC236}">
                  <a16:creationId xmlns:a16="http://schemas.microsoft.com/office/drawing/2014/main" id="{6DB7DA6F-5C4F-3B80-16F2-51C98D95B5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11" y="3438"/>
              <a:ext cx="11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90" name="直接连接符 208959">
              <a:extLst>
                <a:ext uri="{FF2B5EF4-FFF2-40B4-BE49-F238E27FC236}">
                  <a16:creationId xmlns:a16="http://schemas.microsoft.com/office/drawing/2014/main" id="{4EB7A174-4F0E-6B7F-90F1-4F501CA6A3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97" y="3652"/>
              <a:ext cx="11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91" name="直接连接符 208960">
              <a:extLst>
                <a:ext uri="{FF2B5EF4-FFF2-40B4-BE49-F238E27FC236}">
                  <a16:creationId xmlns:a16="http://schemas.microsoft.com/office/drawing/2014/main" id="{9ECFD209-CCDC-CB3A-9D34-43DF57232B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57" y="2794"/>
              <a:ext cx="17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92" name="直接连接符 208961">
              <a:extLst>
                <a:ext uri="{FF2B5EF4-FFF2-40B4-BE49-F238E27FC236}">
                  <a16:creationId xmlns:a16="http://schemas.microsoft.com/office/drawing/2014/main" id="{BC546309-3B6A-44E4-B557-A94AB906A0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57" y="2989"/>
              <a:ext cx="17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93" name="直接连接符 208962">
              <a:extLst>
                <a:ext uri="{FF2B5EF4-FFF2-40B4-BE49-F238E27FC236}">
                  <a16:creationId xmlns:a16="http://schemas.microsoft.com/office/drawing/2014/main" id="{3A8D8987-50AF-08E9-DA69-9B9DDA23A4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69" y="3184"/>
              <a:ext cx="17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94" name="直接连接符 208963">
              <a:extLst>
                <a:ext uri="{FF2B5EF4-FFF2-40B4-BE49-F238E27FC236}">
                  <a16:creationId xmlns:a16="http://schemas.microsoft.com/office/drawing/2014/main" id="{DF8FFF97-3AAD-C58D-0DEF-315245D28D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63" y="3398"/>
              <a:ext cx="17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95" name="直接连接符 208964">
              <a:extLst>
                <a:ext uri="{FF2B5EF4-FFF2-40B4-BE49-F238E27FC236}">
                  <a16:creationId xmlns:a16="http://schemas.microsoft.com/office/drawing/2014/main" id="{475923C4-95DA-508E-D9E2-375BD7A08D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66" y="3588"/>
              <a:ext cx="17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8196" name="动作按钮: 前进或下一项 208965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421BAB44-7E0B-17A7-D66E-F2B6DED89F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61400" y="44450"/>
            <a:ext cx="554038" cy="427038"/>
          </a:xfrm>
          <a:prstGeom prst="actionButtonForwardNext">
            <a:avLst/>
          </a:prstGeom>
          <a:solidFill>
            <a:srgbClr val="FFCC99">
              <a:alpha val="5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endParaRPr lang="zh-CN" altLang="en-US"/>
          </a:p>
        </p:txBody>
      </p:sp>
      <p:sp>
        <p:nvSpPr>
          <p:cNvPr id="48197" name="动作按钮: 后退或前一项 208966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81726308-5596-86C8-89E5-939965EA9F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61400" y="449263"/>
            <a:ext cx="554038" cy="427037"/>
          </a:xfrm>
          <a:prstGeom prst="actionButtonBackPrevious">
            <a:avLst/>
          </a:prstGeom>
          <a:solidFill>
            <a:srgbClr val="FF99CC">
              <a:alpha val="5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endParaRPr lang="zh-CN" altLang="en-US"/>
          </a:p>
        </p:txBody>
      </p:sp>
      <p:grpSp>
        <p:nvGrpSpPr>
          <p:cNvPr id="48198" name="组合 208967">
            <a:extLst>
              <a:ext uri="{FF2B5EF4-FFF2-40B4-BE49-F238E27FC236}">
                <a16:creationId xmlns:a16="http://schemas.microsoft.com/office/drawing/2014/main" id="{2D5DA48A-EDB4-3342-EA72-0E176F9CC70F}"/>
              </a:ext>
            </a:extLst>
          </p:cNvPr>
          <p:cNvGrpSpPr>
            <a:grpSpLocks/>
          </p:cNvGrpSpPr>
          <p:nvPr/>
        </p:nvGrpSpPr>
        <p:grpSpPr bwMode="auto">
          <a:xfrm>
            <a:off x="395288" y="4210052"/>
            <a:ext cx="2592387" cy="2143126"/>
            <a:chOff x="204" y="2523"/>
            <a:chExt cx="1633" cy="1350"/>
          </a:xfrm>
        </p:grpSpPr>
        <p:sp>
          <p:nvSpPr>
            <p:cNvPr id="48199" name="文本框 208968">
              <a:extLst>
                <a:ext uri="{FF2B5EF4-FFF2-40B4-BE49-F238E27FC236}">
                  <a16:creationId xmlns:a16="http://schemas.microsoft.com/office/drawing/2014/main" id="{10806D42-3B2C-9AB0-0B57-BC42355358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4" y="2523"/>
              <a:ext cx="1633" cy="1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Bef>
                  <a:spcPct val="50000"/>
                </a:spcBef>
              </a:pPr>
              <a:r>
                <a:rPr lang="zh-CN" altLang="en-US" sz="2800" dirty="0"/>
                <a:t>无限大带电厚板，电荷体密度：              求空间电场分布。</a:t>
              </a:r>
              <a:endParaRPr lang="en-US" altLang="zh-CN" sz="2800" dirty="0"/>
            </a:p>
          </p:txBody>
        </p:sp>
        <p:graphicFrame>
          <p:nvGraphicFramePr>
            <p:cNvPr id="48200" name="对象 208969">
              <a:extLst>
                <a:ext uri="{FF2B5EF4-FFF2-40B4-BE49-F238E27FC236}">
                  <a16:creationId xmlns:a16="http://schemas.microsoft.com/office/drawing/2014/main" id="{2B1A6BF0-82C6-8532-33FC-02541B5F9F0F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645" y="3221"/>
            <a:ext cx="907" cy="3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" imgW="469492" imgH="203024" progId="Equation.3">
                    <p:embed/>
                  </p:oleObj>
                </mc:Choice>
                <mc:Fallback>
                  <p:oleObj r:id="rId6" imgW="469492" imgH="203024" progId="Equation.3">
                    <p:embed/>
                    <p:pic>
                      <p:nvPicPr>
                        <p:cNvPr id="48200" name="对象 208969">
                          <a:extLst>
                            <a:ext uri="{FF2B5EF4-FFF2-40B4-BE49-F238E27FC236}">
                              <a16:creationId xmlns:a16="http://schemas.microsoft.com/office/drawing/2014/main" id="{2B1A6BF0-82C6-8532-33FC-02541B5F9F0F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45" y="3221"/>
                          <a:ext cx="907" cy="3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08971" name="矩形 208970">
            <a:extLst>
              <a:ext uri="{FF2B5EF4-FFF2-40B4-BE49-F238E27FC236}">
                <a16:creationId xmlns:a16="http://schemas.microsoft.com/office/drawing/2014/main" id="{44999B81-AF28-1A47-D9C0-FC26CAEA85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1988" y="4697413"/>
            <a:ext cx="1943100" cy="1219200"/>
          </a:xfrm>
          <a:prstGeom prst="rect">
            <a:avLst/>
          </a:prstGeom>
          <a:noFill/>
          <a:ln w="38100">
            <a:solidFill>
              <a:srgbClr val="FF99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/>
          </a:p>
        </p:txBody>
      </p:sp>
      <p:grpSp>
        <p:nvGrpSpPr>
          <p:cNvPr id="48202" name="组合 208971">
            <a:extLst>
              <a:ext uri="{FF2B5EF4-FFF2-40B4-BE49-F238E27FC236}">
                <a16:creationId xmlns:a16="http://schemas.microsoft.com/office/drawing/2014/main" id="{39FCD95D-0E3A-6436-F692-87365331A3EC}"/>
              </a:ext>
            </a:extLst>
          </p:cNvPr>
          <p:cNvGrpSpPr>
            <a:grpSpLocks/>
          </p:cNvGrpSpPr>
          <p:nvPr/>
        </p:nvGrpSpPr>
        <p:grpSpPr bwMode="auto">
          <a:xfrm>
            <a:off x="3130550" y="4194175"/>
            <a:ext cx="2628900" cy="2533650"/>
            <a:chOff x="2064" y="2614"/>
            <a:chExt cx="1656" cy="1596"/>
          </a:xfrm>
        </p:grpSpPr>
        <p:sp>
          <p:nvSpPr>
            <p:cNvPr id="48203" name="圆角矩形 208972">
              <a:extLst>
                <a:ext uri="{FF2B5EF4-FFF2-40B4-BE49-F238E27FC236}">
                  <a16:creationId xmlns:a16="http://schemas.microsoft.com/office/drawing/2014/main" id="{1E44C5FC-61F1-0820-413C-E5885B768B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26" y="2614"/>
              <a:ext cx="840" cy="1316"/>
            </a:xfrm>
            <a:prstGeom prst="roundRect">
              <a:avLst>
                <a:gd name="adj" fmla="val 16667"/>
              </a:avLst>
            </a:prstGeom>
            <a:solidFill>
              <a:srgbClr val="CC99FF">
                <a:alpha val="33000"/>
              </a:srgbClr>
            </a:solidFill>
            <a:ln w="9525">
              <a:solidFill>
                <a:srgbClr val="CC99FF"/>
              </a:solidFill>
              <a:round/>
              <a:headEnd/>
              <a:tailEnd/>
            </a:ln>
          </p:spPr>
          <p:txBody>
            <a:bodyPr/>
            <a:lstStyle/>
            <a:p>
              <a:pPr eaLnBrk="0" hangingPunct="0"/>
              <a:endParaRPr lang="zh-CN" altLang="en-US"/>
            </a:p>
          </p:txBody>
        </p:sp>
        <p:sp>
          <p:nvSpPr>
            <p:cNvPr id="48204" name="直接连接符 208973">
              <a:extLst>
                <a:ext uri="{FF2B5EF4-FFF2-40B4-BE49-F238E27FC236}">
                  <a16:creationId xmlns:a16="http://schemas.microsoft.com/office/drawing/2014/main" id="{DF8B67A2-2A54-6198-31D0-C0371D44DB0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314" y="3922"/>
              <a:ext cx="0" cy="288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05" name="直接连接符 208974">
              <a:extLst>
                <a:ext uri="{FF2B5EF4-FFF2-40B4-BE49-F238E27FC236}">
                  <a16:creationId xmlns:a16="http://schemas.microsoft.com/office/drawing/2014/main" id="{2DAC1D25-DD2B-8BD7-7525-D56A3C741AD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12" y="4110"/>
              <a:ext cx="862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 type="arrow" w="med" len="med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48206" name="对象 208975">
              <a:extLst>
                <a:ext uri="{FF2B5EF4-FFF2-40B4-BE49-F238E27FC236}">
                  <a16:creationId xmlns:a16="http://schemas.microsoft.com/office/drawing/2014/main" id="{12487F33-BCCC-B160-4690-38F5183AEA76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2608" y="3838"/>
            <a:ext cx="285" cy="3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8" imgW="139458" imgH="177492" progId="Equation.3">
                    <p:embed/>
                  </p:oleObj>
                </mc:Choice>
                <mc:Fallback>
                  <p:oleObj r:id="rId8" imgW="139458" imgH="177492" progId="Equation.3">
                    <p:embed/>
                    <p:pic>
                      <p:nvPicPr>
                        <p:cNvPr id="48206" name="对象 208975">
                          <a:extLst>
                            <a:ext uri="{FF2B5EF4-FFF2-40B4-BE49-F238E27FC236}">
                              <a16:creationId xmlns:a16="http://schemas.microsoft.com/office/drawing/2014/main" id="{12487F33-BCCC-B160-4690-38F5183AEA76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08" y="3838"/>
                          <a:ext cx="285" cy="3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8207" name="直接连接符 208976">
              <a:extLst>
                <a:ext uri="{FF2B5EF4-FFF2-40B4-BE49-F238E27FC236}">
                  <a16:creationId xmlns:a16="http://schemas.microsoft.com/office/drawing/2014/main" id="{8C519C09-B34F-B42C-17E6-1CE448B34DA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164" y="3922"/>
              <a:ext cx="0" cy="288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48208" name="对象 208977">
              <a:extLst>
                <a:ext uri="{FF2B5EF4-FFF2-40B4-BE49-F238E27FC236}">
                  <a16:creationId xmlns:a16="http://schemas.microsoft.com/office/drawing/2014/main" id="{0AABE010-C988-788C-6ED7-CFDFBEA86070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3424" y="3294"/>
            <a:ext cx="296" cy="2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0" imgW="126725" imgH="139397" progId="Equation.3">
                    <p:embed/>
                  </p:oleObj>
                </mc:Choice>
                <mc:Fallback>
                  <p:oleObj r:id="rId10" imgW="126725" imgH="139397" progId="Equation.3">
                    <p:embed/>
                    <p:pic>
                      <p:nvPicPr>
                        <p:cNvPr id="48208" name="对象 208977">
                          <a:extLst>
                            <a:ext uri="{FF2B5EF4-FFF2-40B4-BE49-F238E27FC236}">
                              <a16:creationId xmlns:a16="http://schemas.microsoft.com/office/drawing/2014/main" id="{0AABE010-C988-788C-6ED7-CFDFBEA86070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24" y="3294"/>
                          <a:ext cx="296" cy="2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8209" name="对象 208978">
              <a:extLst>
                <a:ext uri="{FF2B5EF4-FFF2-40B4-BE49-F238E27FC236}">
                  <a16:creationId xmlns:a16="http://schemas.microsoft.com/office/drawing/2014/main" id="{EE516700-FE64-77E8-3461-6135C3C40070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2119" y="3287"/>
            <a:ext cx="296" cy="2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2" imgW="126725" imgH="139397" progId="Equation.3">
                    <p:embed/>
                  </p:oleObj>
                </mc:Choice>
                <mc:Fallback>
                  <p:oleObj r:id="rId12" imgW="126725" imgH="139397" progId="Equation.3">
                    <p:embed/>
                    <p:pic>
                      <p:nvPicPr>
                        <p:cNvPr id="48209" name="对象 208978">
                          <a:extLst>
                            <a:ext uri="{FF2B5EF4-FFF2-40B4-BE49-F238E27FC236}">
                              <a16:creationId xmlns:a16="http://schemas.microsoft.com/office/drawing/2014/main" id="{EE516700-FE64-77E8-3461-6135C3C40070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19" y="3287"/>
                          <a:ext cx="296" cy="2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8210" name="对象 208979">
              <a:extLst>
                <a:ext uri="{FF2B5EF4-FFF2-40B4-BE49-F238E27FC236}">
                  <a16:creationId xmlns:a16="http://schemas.microsoft.com/office/drawing/2014/main" id="{F88BE6D1-F7A9-CA5B-7E41-574FE5973C8A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2239" y="3203"/>
            <a:ext cx="178" cy="1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4" imgW="114102" imgH="114102" progId="Equation.3">
                    <p:embed/>
                  </p:oleObj>
                </mc:Choice>
                <mc:Fallback>
                  <p:oleObj r:id="rId14" imgW="114102" imgH="114102" progId="Equation.3">
                    <p:embed/>
                    <p:pic>
                      <p:nvPicPr>
                        <p:cNvPr id="48210" name="对象 208979">
                          <a:extLst>
                            <a:ext uri="{FF2B5EF4-FFF2-40B4-BE49-F238E27FC236}">
                              <a16:creationId xmlns:a16="http://schemas.microsoft.com/office/drawing/2014/main" id="{F88BE6D1-F7A9-CA5B-7E41-574FE5973C8A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39" y="3203"/>
                          <a:ext cx="178" cy="1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8211" name="直接连接符 208980">
              <a:extLst>
                <a:ext uri="{FF2B5EF4-FFF2-40B4-BE49-F238E27FC236}">
                  <a16:creationId xmlns:a16="http://schemas.microsoft.com/office/drawing/2014/main" id="{46C8A46D-5B1F-095D-7F26-902FE274487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64" y="3294"/>
              <a:ext cx="1451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 type="arrow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08982" name="矩形 208981">
            <a:extLst>
              <a:ext uri="{FF2B5EF4-FFF2-40B4-BE49-F238E27FC236}">
                <a16:creationId xmlns:a16="http://schemas.microsoft.com/office/drawing/2014/main" id="{217260E9-0607-C0B4-8C89-2DFEBBA286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1988" y="4697413"/>
            <a:ext cx="1223962" cy="1219200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08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89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89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08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089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08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089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08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8918" grpId="0" build="p"/>
      <p:bldP spid="208919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灯片编号占位符 1">
            <a:extLst>
              <a:ext uri="{FF2B5EF4-FFF2-40B4-BE49-F238E27FC236}">
                <a16:creationId xmlns:a16="http://schemas.microsoft.com/office/drawing/2014/main" id="{C2DA9F5C-2818-EACF-1F13-EF6074B4F26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8D8A3973-088F-43E2-A548-2500548E8969}" type="slidenum">
              <a:rPr lang="zh-CN" altLang="en-US"/>
              <a:pPr/>
              <a:t>33</a:t>
            </a:fld>
            <a:endParaRPr lang="zh-CN" altLang="en-US"/>
          </a:p>
        </p:txBody>
      </p:sp>
      <p:sp>
        <p:nvSpPr>
          <p:cNvPr id="49154" name="立方体 184405">
            <a:extLst>
              <a:ext uri="{FF2B5EF4-FFF2-40B4-BE49-F238E27FC236}">
                <a16:creationId xmlns:a16="http://schemas.microsoft.com/office/drawing/2014/main" id="{5CD71EB9-9339-4470-1A4C-431A944DCB0D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5367338" y="365125"/>
            <a:ext cx="1828800" cy="3409950"/>
          </a:xfrm>
          <a:prstGeom prst="cube">
            <a:avLst>
              <a:gd name="adj" fmla="val 28125"/>
            </a:avLst>
          </a:prstGeom>
          <a:gradFill rotWithShape="0">
            <a:gsLst>
              <a:gs pos="0">
                <a:srgbClr val="D2C4D1"/>
              </a:gs>
              <a:gs pos="50000">
                <a:srgbClr val="FFFFFF"/>
              </a:gs>
              <a:gs pos="100000">
                <a:srgbClr val="D2C4D1"/>
              </a:gs>
            </a:gsLst>
            <a:lin ang="0" scaled="1"/>
          </a:gradFill>
          <a:ln w="9525">
            <a:solidFill>
              <a:srgbClr val="80008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 sz="2400" b="0">
                <a:ea typeface="楷体_GB2312" pitchFamily="49" charset="-122"/>
              </a:rPr>
              <a:t>  </a:t>
            </a:r>
          </a:p>
        </p:txBody>
      </p:sp>
      <p:grpSp>
        <p:nvGrpSpPr>
          <p:cNvPr id="49155" name="组合 184406">
            <a:extLst>
              <a:ext uri="{FF2B5EF4-FFF2-40B4-BE49-F238E27FC236}">
                <a16:creationId xmlns:a16="http://schemas.microsoft.com/office/drawing/2014/main" id="{BA711C07-284A-F137-9CC4-81627C94ABEF}"/>
              </a:ext>
            </a:extLst>
          </p:cNvPr>
          <p:cNvGrpSpPr>
            <a:grpSpLocks/>
          </p:cNvGrpSpPr>
          <p:nvPr/>
        </p:nvGrpSpPr>
        <p:grpSpPr bwMode="auto">
          <a:xfrm>
            <a:off x="7189788" y="1489075"/>
            <a:ext cx="685800" cy="1371600"/>
            <a:chOff x="3168" y="1152"/>
            <a:chExt cx="432" cy="864"/>
          </a:xfrm>
        </p:grpSpPr>
        <p:sp>
          <p:nvSpPr>
            <p:cNvPr id="49156" name="直接连接符 184407">
              <a:extLst>
                <a:ext uri="{FF2B5EF4-FFF2-40B4-BE49-F238E27FC236}">
                  <a16:creationId xmlns:a16="http://schemas.microsoft.com/office/drawing/2014/main" id="{22C82992-8E87-6F1D-B626-30472E33C5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6" y="1152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57" name="直接连接符 184408">
              <a:extLst>
                <a:ext uri="{FF2B5EF4-FFF2-40B4-BE49-F238E27FC236}">
                  <a16:creationId xmlns:a16="http://schemas.microsoft.com/office/drawing/2014/main" id="{C6F0CEB3-50A5-91D3-6D53-F15859067D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6" y="1344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58" name="直接连接符 184409">
              <a:extLst>
                <a:ext uri="{FF2B5EF4-FFF2-40B4-BE49-F238E27FC236}">
                  <a16:creationId xmlns:a16="http://schemas.microsoft.com/office/drawing/2014/main" id="{C693C1A5-8691-D444-3A18-5AE2FA3736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6" y="1536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59" name="直接连接符 184410">
              <a:extLst>
                <a:ext uri="{FF2B5EF4-FFF2-40B4-BE49-F238E27FC236}">
                  <a16:creationId xmlns:a16="http://schemas.microsoft.com/office/drawing/2014/main" id="{488DF12B-FADD-85FE-4D62-2AEC3F0105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6" y="1776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60" name="直接连接符 184411">
              <a:extLst>
                <a:ext uri="{FF2B5EF4-FFF2-40B4-BE49-F238E27FC236}">
                  <a16:creationId xmlns:a16="http://schemas.microsoft.com/office/drawing/2014/main" id="{86C939C5-E490-7940-69E5-878E49A7D8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8" y="2016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9161" name="组合 184412">
            <a:extLst>
              <a:ext uri="{FF2B5EF4-FFF2-40B4-BE49-F238E27FC236}">
                <a16:creationId xmlns:a16="http://schemas.microsoft.com/office/drawing/2014/main" id="{5A2ED326-1113-09A0-EAD4-DF19A18A1F58}"/>
              </a:ext>
            </a:extLst>
          </p:cNvPr>
          <p:cNvGrpSpPr>
            <a:grpSpLocks/>
          </p:cNvGrpSpPr>
          <p:nvPr/>
        </p:nvGrpSpPr>
        <p:grpSpPr bwMode="auto">
          <a:xfrm>
            <a:off x="4903788" y="1470025"/>
            <a:ext cx="685800" cy="1371600"/>
            <a:chOff x="3168" y="1152"/>
            <a:chExt cx="432" cy="864"/>
          </a:xfrm>
        </p:grpSpPr>
        <p:sp>
          <p:nvSpPr>
            <p:cNvPr id="49162" name="直接连接符 184413">
              <a:extLst>
                <a:ext uri="{FF2B5EF4-FFF2-40B4-BE49-F238E27FC236}">
                  <a16:creationId xmlns:a16="http://schemas.microsoft.com/office/drawing/2014/main" id="{EC35794F-5607-3E71-19EC-F318C1B37F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6" y="1152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63" name="直接连接符 184414">
              <a:extLst>
                <a:ext uri="{FF2B5EF4-FFF2-40B4-BE49-F238E27FC236}">
                  <a16:creationId xmlns:a16="http://schemas.microsoft.com/office/drawing/2014/main" id="{EAA83597-7A23-1658-9DDF-C9F955F97F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6" y="1344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64" name="直接连接符 184415">
              <a:extLst>
                <a:ext uri="{FF2B5EF4-FFF2-40B4-BE49-F238E27FC236}">
                  <a16:creationId xmlns:a16="http://schemas.microsoft.com/office/drawing/2014/main" id="{BA9093C6-C03F-11B5-6441-F6B9E06A0C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6" y="1536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65" name="直接连接符 184416">
              <a:extLst>
                <a:ext uri="{FF2B5EF4-FFF2-40B4-BE49-F238E27FC236}">
                  <a16:creationId xmlns:a16="http://schemas.microsoft.com/office/drawing/2014/main" id="{8E7EACDF-97B0-2E88-AB38-D9DBA9CDE7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6" y="1776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66" name="直接连接符 184417">
              <a:extLst>
                <a:ext uri="{FF2B5EF4-FFF2-40B4-BE49-F238E27FC236}">
                  <a16:creationId xmlns:a16="http://schemas.microsoft.com/office/drawing/2014/main" id="{33448B30-F985-6FB2-C78A-9C82178CA2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8" y="2016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9167" name="椭圆 184469">
            <a:extLst>
              <a:ext uri="{FF2B5EF4-FFF2-40B4-BE49-F238E27FC236}">
                <a16:creationId xmlns:a16="http://schemas.microsoft.com/office/drawing/2014/main" id="{A03F64C4-D3A9-C193-A23B-402008C4DB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1588" y="2041525"/>
            <a:ext cx="76200" cy="762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endParaRPr lang="zh-CN" altLang="en-US"/>
          </a:p>
        </p:txBody>
      </p:sp>
      <p:grpSp>
        <p:nvGrpSpPr>
          <p:cNvPr id="49168" name="组合 184470">
            <a:extLst>
              <a:ext uri="{FF2B5EF4-FFF2-40B4-BE49-F238E27FC236}">
                <a16:creationId xmlns:a16="http://schemas.microsoft.com/office/drawing/2014/main" id="{490CEF2A-921B-7C68-1536-0997B30817FC}"/>
              </a:ext>
            </a:extLst>
          </p:cNvPr>
          <p:cNvGrpSpPr>
            <a:grpSpLocks/>
          </p:cNvGrpSpPr>
          <p:nvPr/>
        </p:nvGrpSpPr>
        <p:grpSpPr bwMode="auto">
          <a:xfrm>
            <a:off x="4979988" y="955675"/>
            <a:ext cx="3048000" cy="1555750"/>
            <a:chOff x="2592" y="868"/>
            <a:chExt cx="1920" cy="980"/>
          </a:xfrm>
        </p:grpSpPr>
        <p:grpSp>
          <p:nvGrpSpPr>
            <p:cNvPr id="49169" name="组合 184471">
              <a:extLst>
                <a:ext uri="{FF2B5EF4-FFF2-40B4-BE49-F238E27FC236}">
                  <a16:creationId xmlns:a16="http://schemas.microsoft.com/office/drawing/2014/main" id="{869787AB-54FF-AB4C-A57F-46A38748466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92" y="868"/>
              <a:ext cx="1920" cy="888"/>
              <a:chOff x="2592" y="868"/>
              <a:chExt cx="1920" cy="888"/>
            </a:xfrm>
          </p:grpSpPr>
          <p:sp>
            <p:nvSpPr>
              <p:cNvPr id="49170" name="平行四边形 184472">
                <a:extLst>
                  <a:ext uri="{FF2B5EF4-FFF2-40B4-BE49-F238E27FC236}">
                    <a16:creationId xmlns:a16="http://schemas.microsoft.com/office/drawing/2014/main" id="{E628B530-FBA9-CD89-2219-1D9B4614BE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3388" y="1168"/>
                <a:ext cx="864" cy="312"/>
              </a:xfrm>
              <a:prstGeom prst="parallelogram">
                <a:avLst>
                  <a:gd name="adj" fmla="val 62808"/>
                </a:avLst>
              </a:prstGeom>
              <a:noFill/>
              <a:ln w="9525">
                <a:solidFill>
                  <a:schemeClr val="tx1"/>
                </a:solidFill>
                <a:prstDash val="sysDot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/>
              </a:p>
            </p:txBody>
          </p:sp>
          <p:sp>
            <p:nvSpPr>
              <p:cNvPr id="49171" name="平行四边形 184473">
                <a:extLst>
                  <a:ext uri="{FF2B5EF4-FFF2-40B4-BE49-F238E27FC236}">
                    <a16:creationId xmlns:a16="http://schemas.microsoft.com/office/drawing/2014/main" id="{3AF3BC10-D6E7-1DA8-56D3-8EF97D2C21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2572" y="1144"/>
                <a:ext cx="864" cy="312"/>
              </a:xfrm>
              <a:prstGeom prst="parallelogram">
                <a:avLst>
                  <a:gd name="adj" fmla="val 62808"/>
                </a:avLst>
              </a:prstGeom>
              <a:noFill/>
              <a:ln w="9525">
                <a:solidFill>
                  <a:schemeClr val="tx1"/>
                </a:solidFill>
                <a:prstDash val="sysDot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/>
              </a:p>
            </p:txBody>
          </p:sp>
          <p:sp>
            <p:nvSpPr>
              <p:cNvPr id="49172" name="直接连接符 184474">
                <a:extLst>
                  <a:ext uri="{FF2B5EF4-FFF2-40B4-BE49-F238E27FC236}">
                    <a16:creationId xmlns:a16="http://schemas.microsoft.com/office/drawing/2014/main" id="{3FA14015-635A-8FD1-B099-CAF0A00DCD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92" y="1576"/>
                <a:ext cx="19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173" name="矩形 184475">
                <a:extLst>
                  <a:ext uri="{FF2B5EF4-FFF2-40B4-BE49-F238E27FC236}">
                    <a16:creationId xmlns:a16="http://schemas.microsoft.com/office/drawing/2014/main" id="{5B75752F-1712-9B54-F6AD-1CE0FEC45C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6" y="1309"/>
                <a:ext cx="228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i="1">
                    <a:ea typeface="楷体_GB2312" pitchFamily="49" charset="-122"/>
                  </a:rPr>
                  <a:t>x</a:t>
                </a:r>
              </a:p>
            </p:txBody>
          </p:sp>
        </p:grpSp>
        <p:sp>
          <p:nvSpPr>
            <p:cNvPr id="49174" name="矩形 184476">
              <a:extLst>
                <a:ext uri="{FF2B5EF4-FFF2-40B4-BE49-F238E27FC236}">
                  <a16:creationId xmlns:a16="http://schemas.microsoft.com/office/drawing/2014/main" id="{C06D0A15-33C8-2008-DE02-D81905E72C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0" y="1560"/>
              <a:ext cx="2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400" i="1">
                  <a:ea typeface="楷体_GB2312" pitchFamily="49" charset="-122"/>
                </a:rPr>
                <a:t>O</a:t>
              </a:r>
            </a:p>
          </p:txBody>
        </p:sp>
      </p:grpSp>
      <p:graphicFrame>
        <p:nvGraphicFramePr>
          <p:cNvPr id="184478" name="对象 184477">
            <a:extLst>
              <a:ext uri="{FF2B5EF4-FFF2-40B4-BE49-F238E27FC236}">
                <a16:creationId xmlns:a16="http://schemas.microsoft.com/office/drawing/2014/main" id="{6D5E1F73-2AA5-54B1-4C61-AA60A65F0FD1}"/>
              </a:ext>
            </a:extLst>
          </p:cNvPr>
          <p:cNvGraphicFramePr>
            <a:graphicFrameLocks/>
          </p:cNvGraphicFramePr>
          <p:nvPr/>
        </p:nvGraphicFramePr>
        <p:xfrm>
          <a:off x="468313" y="620713"/>
          <a:ext cx="2798762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155199" imgH="241195" progId="Equation.3">
                  <p:embed/>
                </p:oleObj>
              </mc:Choice>
              <mc:Fallback>
                <p:oleObj r:id="rId2" imgW="1155199" imgH="241195" progId="Equation.3">
                  <p:embed/>
                  <p:pic>
                    <p:nvPicPr>
                      <p:cNvPr id="184478" name="对象 184477">
                        <a:extLst>
                          <a:ext uri="{FF2B5EF4-FFF2-40B4-BE49-F238E27FC236}">
                            <a16:creationId xmlns:a16="http://schemas.microsoft.com/office/drawing/2014/main" id="{6D5E1F73-2AA5-54B1-4C61-AA60A65F0FD1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620713"/>
                        <a:ext cx="2798762" cy="549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4479" name="组合 184478">
            <a:extLst>
              <a:ext uri="{FF2B5EF4-FFF2-40B4-BE49-F238E27FC236}">
                <a16:creationId xmlns:a16="http://schemas.microsoft.com/office/drawing/2014/main" id="{4E20F6DA-B23F-8D01-D6DE-4A25CDC70CC0}"/>
              </a:ext>
            </a:extLst>
          </p:cNvPr>
          <p:cNvGrpSpPr>
            <a:grpSpLocks/>
          </p:cNvGrpSpPr>
          <p:nvPr/>
        </p:nvGrpSpPr>
        <p:grpSpPr bwMode="auto">
          <a:xfrm>
            <a:off x="5951538" y="955675"/>
            <a:ext cx="1066800" cy="2098675"/>
            <a:chOff x="2820" y="816"/>
            <a:chExt cx="672" cy="1322"/>
          </a:xfrm>
        </p:grpSpPr>
        <p:sp>
          <p:nvSpPr>
            <p:cNvPr id="49177" name="平行四边形 184479">
              <a:extLst>
                <a:ext uri="{FF2B5EF4-FFF2-40B4-BE49-F238E27FC236}">
                  <a16:creationId xmlns:a16="http://schemas.microsoft.com/office/drawing/2014/main" id="{82980921-C5F0-D2AB-C39C-B704EFF70AC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327" y="1309"/>
              <a:ext cx="1298" cy="312"/>
            </a:xfrm>
            <a:prstGeom prst="parallelogram">
              <a:avLst>
                <a:gd name="adj" fmla="val 67623"/>
              </a:avLst>
            </a:prstGeom>
            <a:gradFill rotWithShape="0">
              <a:gsLst>
                <a:gs pos="0">
                  <a:srgbClr val="BB99BF"/>
                </a:gs>
                <a:gs pos="50000">
                  <a:srgbClr val="FFFFFF"/>
                </a:gs>
                <a:gs pos="100000">
                  <a:srgbClr val="BB99BF"/>
                </a:gs>
              </a:gsLst>
              <a:lin ang="2700000" scaled="1"/>
            </a:gradFill>
            <a:ln w="9525">
              <a:solidFill>
                <a:schemeClr val="tx1"/>
              </a:solidFill>
              <a:prstDash val="sysDot"/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zh-CN" altLang="en-US"/>
            </a:p>
          </p:txBody>
        </p:sp>
        <p:sp>
          <p:nvSpPr>
            <p:cNvPr id="49178" name="平行四边形 184480">
              <a:extLst>
                <a:ext uri="{FF2B5EF4-FFF2-40B4-BE49-F238E27FC236}">
                  <a16:creationId xmlns:a16="http://schemas.microsoft.com/office/drawing/2014/main" id="{65370251-F0DE-7470-6D44-85B6BDC70CA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687" y="1333"/>
              <a:ext cx="1298" cy="312"/>
            </a:xfrm>
            <a:prstGeom prst="parallelogram">
              <a:avLst>
                <a:gd name="adj" fmla="val 67932"/>
              </a:avLst>
            </a:prstGeom>
            <a:gradFill rotWithShape="0">
              <a:gsLst>
                <a:gs pos="0">
                  <a:srgbClr val="BB99BF"/>
                </a:gs>
                <a:gs pos="50000">
                  <a:srgbClr val="FFFFFF"/>
                </a:gs>
                <a:gs pos="100000">
                  <a:srgbClr val="BB99BF"/>
                </a:gs>
              </a:gsLst>
              <a:lin ang="2700000" scaled="1"/>
            </a:gradFill>
            <a:ln w="9525">
              <a:solidFill>
                <a:schemeClr val="tx1"/>
              </a:solidFill>
              <a:prstDash val="sysDot"/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zh-CN" altLang="en-US"/>
            </a:p>
          </p:txBody>
        </p:sp>
      </p:grpSp>
      <p:grpSp>
        <p:nvGrpSpPr>
          <p:cNvPr id="184482" name="组合 184481">
            <a:extLst>
              <a:ext uri="{FF2B5EF4-FFF2-40B4-BE49-F238E27FC236}">
                <a16:creationId xmlns:a16="http://schemas.microsoft.com/office/drawing/2014/main" id="{06436556-EE3F-CF4D-8AD2-AEAEE52CC7AB}"/>
              </a:ext>
            </a:extLst>
          </p:cNvPr>
          <p:cNvGrpSpPr>
            <a:grpSpLocks/>
          </p:cNvGrpSpPr>
          <p:nvPr/>
        </p:nvGrpSpPr>
        <p:grpSpPr bwMode="auto">
          <a:xfrm>
            <a:off x="6046788" y="1374775"/>
            <a:ext cx="857250" cy="914400"/>
            <a:chOff x="3264" y="1132"/>
            <a:chExt cx="540" cy="576"/>
          </a:xfrm>
        </p:grpSpPr>
        <p:sp>
          <p:nvSpPr>
            <p:cNvPr id="49180" name="立方体 184482">
              <a:extLst>
                <a:ext uri="{FF2B5EF4-FFF2-40B4-BE49-F238E27FC236}">
                  <a16:creationId xmlns:a16="http://schemas.microsoft.com/office/drawing/2014/main" id="{5AFFA29B-A210-8EA5-CDF0-88CB1026B12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3366" y="1270"/>
              <a:ext cx="336" cy="540"/>
            </a:xfrm>
            <a:prstGeom prst="cube">
              <a:avLst>
                <a:gd name="adj" fmla="val 25000"/>
              </a:avLst>
            </a:prstGeom>
            <a:noFill/>
            <a:ln w="9525">
              <a:solidFill>
                <a:srgbClr val="006699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eaVert" wrap="none" anchor="ctr"/>
            <a:lstStyle/>
            <a:p>
              <a:pPr algn="ctr"/>
              <a:endParaRPr lang="zh-CN" altLang="en-US" sz="2400" b="0">
                <a:ea typeface="楷体_GB2312" pitchFamily="49" charset="-122"/>
              </a:endParaRPr>
            </a:p>
          </p:txBody>
        </p:sp>
        <p:sp>
          <p:nvSpPr>
            <p:cNvPr id="49181" name="直接连接符 184483">
              <a:extLst>
                <a:ext uri="{FF2B5EF4-FFF2-40B4-BE49-F238E27FC236}">
                  <a16:creationId xmlns:a16="http://schemas.microsoft.com/office/drawing/2014/main" id="{0FE27653-F3F0-3988-5DD3-29F006FE9A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4" y="1315"/>
              <a:ext cx="1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82" name="直接连接符 184484">
              <a:extLst>
                <a:ext uri="{FF2B5EF4-FFF2-40B4-BE49-F238E27FC236}">
                  <a16:creationId xmlns:a16="http://schemas.microsoft.com/office/drawing/2014/main" id="{0E1E503D-6ECD-4180-B0F2-5D17AF8592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6" y="1306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83" name="文本框 184485">
              <a:extLst>
                <a:ext uri="{FF2B5EF4-FFF2-40B4-BE49-F238E27FC236}">
                  <a16:creationId xmlns:a16="http://schemas.microsoft.com/office/drawing/2014/main" id="{88AB132F-2745-4EDC-0340-FFEF9E8C72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57" y="1132"/>
              <a:ext cx="3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400">
                  <a:ea typeface="楷体_GB2312" pitchFamily="49" charset="-122"/>
                </a:rPr>
                <a:t>2</a:t>
              </a:r>
              <a:r>
                <a:rPr lang="en-US" altLang="zh-CN" sz="2400" i="1">
                  <a:ea typeface="楷体_GB2312" pitchFamily="49" charset="-122"/>
                </a:rPr>
                <a:t>x</a:t>
              </a:r>
              <a:endParaRPr lang="en-US" altLang="zh-CN" sz="2400" b="0">
                <a:ea typeface="楷体_GB2312" pitchFamily="49" charset="-122"/>
              </a:endParaRPr>
            </a:p>
          </p:txBody>
        </p:sp>
        <p:sp>
          <p:nvSpPr>
            <p:cNvPr id="49184" name="文本框 184486">
              <a:extLst>
                <a:ext uri="{FF2B5EF4-FFF2-40B4-BE49-F238E27FC236}">
                  <a16:creationId xmlns:a16="http://schemas.microsoft.com/office/drawing/2014/main" id="{4D269B55-3B77-1DBF-7390-2EBE0EB76D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37" y="1420"/>
              <a:ext cx="22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400" i="1">
                  <a:solidFill>
                    <a:srgbClr val="A50021"/>
                  </a:solidFill>
                  <a:ea typeface="楷体_GB2312" pitchFamily="49" charset="-122"/>
                </a:rPr>
                <a:t>S</a:t>
              </a:r>
              <a:endParaRPr lang="en-US" altLang="zh-CN" sz="2400" b="0">
                <a:solidFill>
                  <a:srgbClr val="A50021"/>
                </a:solidFill>
                <a:ea typeface="楷体_GB2312" pitchFamily="49" charset="-122"/>
              </a:endParaRPr>
            </a:p>
          </p:txBody>
        </p:sp>
        <p:sp>
          <p:nvSpPr>
            <p:cNvPr id="49185" name="直接连接符 184487">
              <a:extLst>
                <a:ext uri="{FF2B5EF4-FFF2-40B4-BE49-F238E27FC236}">
                  <a16:creationId xmlns:a16="http://schemas.microsoft.com/office/drawing/2014/main" id="{24E0B44B-7D0F-1099-90B9-3777DC319E5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64" y="1228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86" name="直接连接符 184488">
              <a:extLst>
                <a:ext uri="{FF2B5EF4-FFF2-40B4-BE49-F238E27FC236}">
                  <a16:creationId xmlns:a16="http://schemas.microsoft.com/office/drawing/2014/main" id="{D69EFB02-1476-4247-8B1F-67E8B732FBF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50" y="1228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184490" name="对象 184489">
            <a:extLst>
              <a:ext uri="{FF2B5EF4-FFF2-40B4-BE49-F238E27FC236}">
                <a16:creationId xmlns:a16="http://schemas.microsoft.com/office/drawing/2014/main" id="{1E3537EB-1446-C6D2-1D04-6F99A01236DF}"/>
              </a:ext>
            </a:extLst>
          </p:cNvPr>
          <p:cNvGraphicFramePr>
            <a:graphicFrameLocks/>
          </p:cNvGraphicFramePr>
          <p:nvPr/>
        </p:nvGraphicFramePr>
        <p:xfrm>
          <a:off x="827088" y="1412875"/>
          <a:ext cx="2371725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180588" imgH="330057" progId="Equation.3">
                  <p:embed/>
                </p:oleObj>
              </mc:Choice>
              <mc:Fallback>
                <p:oleObj r:id="rId4" imgW="1180588" imgH="330057" progId="Equation.3">
                  <p:embed/>
                  <p:pic>
                    <p:nvPicPr>
                      <p:cNvPr id="184490" name="对象 184489">
                        <a:extLst>
                          <a:ext uri="{FF2B5EF4-FFF2-40B4-BE49-F238E27FC236}">
                            <a16:creationId xmlns:a16="http://schemas.microsoft.com/office/drawing/2014/main" id="{1E3537EB-1446-C6D2-1D04-6F99A01236D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1412875"/>
                        <a:ext cx="2371725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4491" name="组合 184490">
            <a:extLst>
              <a:ext uri="{FF2B5EF4-FFF2-40B4-BE49-F238E27FC236}">
                <a16:creationId xmlns:a16="http://schemas.microsoft.com/office/drawing/2014/main" id="{0AF66533-EC13-A93F-7469-B3D30AF818F6}"/>
              </a:ext>
            </a:extLst>
          </p:cNvPr>
          <p:cNvGrpSpPr>
            <a:grpSpLocks/>
          </p:cNvGrpSpPr>
          <p:nvPr/>
        </p:nvGrpSpPr>
        <p:grpSpPr bwMode="auto">
          <a:xfrm>
            <a:off x="250825" y="2303463"/>
            <a:ext cx="4398963" cy="936625"/>
            <a:chOff x="1104" y="3107"/>
            <a:chExt cx="2859" cy="666"/>
          </a:xfrm>
        </p:grpSpPr>
        <p:graphicFrame>
          <p:nvGraphicFramePr>
            <p:cNvPr id="49189" name="对象 184491">
              <a:extLst>
                <a:ext uri="{FF2B5EF4-FFF2-40B4-BE49-F238E27FC236}">
                  <a16:creationId xmlns:a16="http://schemas.microsoft.com/office/drawing/2014/main" id="{D95D4053-DF41-B07A-AB75-C08F97E5A988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1529" y="3107"/>
            <a:ext cx="2434" cy="6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" imgW="1421783" imgH="431613" progId="Equation.3">
                    <p:embed/>
                  </p:oleObj>
                </mc:Choice>
                <mc:Fallback>
                  <p:oleObj r:id="rId6" imgW="1421783" imgH="431613" progId="Equation.3">
                    <p:embed/>
                    <p:pic>
                      <p:nvPicPr>
                        <p:cNvPr id="49189" name="对象 184491">
                          <a:extLst>
                            <a:ext uri="{FF2B5EF4-FFF2-40B4-BE49-F238E27FC236}">
                              <a16:creationId xmlns:a16="http://schemas.microsoft.com/office/drawing/2014/main" id="{D95D4053-DF41-B07A-AB75-C08F97E5A988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29" y="3107"/>
                          <a:ext cx="2434" cy="6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9190" name="文本框 184492">
              <a:extLst>
                <a:ext uri="{FF2B5EF4-FFF2-40B4-BE49-F238E27FC236}">
                  <a16:creationId xmlns:a16="http://schemas.microsoft.com/office/drawing/2014/main" id="{C03E9E54-DC96-E1F9-D71F-32E42F50FD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4" y="3241"/>
              <a:ext cx="768" cy="3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>
                  <a:ea typeface="楷体_GB2312" pitchFamily="49" charset="-122"/>
                </a:rPr>
                <a:t>则</a:t>
              </a:r>
            </a:p>
          </p:txBody>
        </p:sp>
      </p:grpSp>
      <p:graphicFrame>
        <p:nvGraphicFramePr>
          <p:cNvPr id="184494" name="对象 184493">
            <a:extLst>
              <a:ext uri="{FF2B5EF4-FFF2-40B4-BE49-F238E27FC236}">
                <a16:creationId xmlns:a16="http://schemas.microsoft.com/office/drawing/2014/main" id="{3106C6E5-2B1A-4761-A12C-6222CC16FABF}"/>
              </a:ext>
            </a:extLst>
          </p:cNvPr>
          <p:cNvGraphicFramePr>
            <a:graphicFrameLocks/>
          </p:cNvGraphicFramePr>
          <p:nvPr/>
        </p:nvGraphicFramePr>
        <p:xfrm>
          <a:off x="1042988" y="4365625"/>
          <a:ext cx="32766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1281588" imgH="406048" progId="Equation.3">
                  <p:embed/>
                </p:oleObj>
              </mc:Choice>
              <mc:Fallback>
                <p:oleObj r:id="rId8" imgW="1281588" imgH="406048" progId="Equation.3">
                  <p:embed/>
                  <p:pic>
                    <p:nvPicPr>
                      <p:cNvPr id="184494" name="对象 184493">
                        <a:extLst>
                          <a:ext uri="{FF2B5EF4-FFF2-40B4-BE49-F238E27FC236}">
                            <a16:creationId xmlns:a16="http://schemas.microsoft.com/office/drawing/2014/main" id="{3106C6E5-2B1A-4761-A12C-6222CC16FAB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4365625"/>
                        <a:ext cx="3276600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95" name="对象 184494">
            <a:extLst>
              <a:ext uri="{FF2B5EF4-FFF2-40B4-BE49-F238E27FC236}">
                <a16:creationId xmlns:a16="http://schemas.microsoft.com/office/drawing/2014/main" id="{6950DBCD-AEFF-9B2D-6BF1-574DE2BEC754}"/>
              </a:ext>
            </a:extLst>
          </p:cNvPr>
          <p:cNvGraphicFramePr>
            <a:graphicFrameLocks/>
          </p:cNvGraphicFramePr>
          <p:nvPr/>
        </p:nvGraphicFramePr>
        <p:xfrm>
          <a:off x="1042988" y="3357563"/>
          <a:ext cx="3544887" cy="80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1536033" imgH="380835" progId="Equation.3">
                  <p:embed/>
                </p:oleObj>
              </mc:Choice>
              <mc:Fallback>
                <p:oleObj r:id="rId10" imgW="1536033" imgH="380835" progId="Equation.3">
                  <p:embed/>
                  <p:pic>
                    <p:nvPicPr>
                      <p:cNvPr id="184495" name="对象 184494">
                        <a:extLst>
                          <a:ext uri="{FF2B5EF4-FFF2-40B4-BE49-F238E27FC236}">
                            <a16:creationId xmlns:a16="http://schemas.microsoft.com/office/drawing/2014/main" id="{6950DBCD-AEFF-9B2D-6BF1-574DE2BEC75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3357563"/>
                        <a:ext cx="3544887" cy="809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93" name="动作按钮: 前进或下一项 184495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2BB4CBE3-2DA3-0C51-0532-63252F8863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89963" y="944563"/>
            <a:ext cx="554037" cy="427037"/>
          </a:xfrm>
          <a:prstGeom prst="actionButtonForwardNext">
            <a:avLst/>
          </a:prstGeom>
          <a:solidFill>
            <a:srgbClr val="FFCC99">
              <a:alpha val="5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endParaRPr lang="zh-CN" altLang="en-US"/>
          </a:p>
        </p:txBody>
      </p:sp>
      <p:sp>
        <p:nvSpPr>
          <p:cNvPr id="49194" name="动作按钮: 后退或前一项 184496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6A95F74E-2912-7B7B-BA23-75CD52E446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61363" y="381000"/>
            <a:ext cx="554037" cy="427038"/>
          </a:xfrm>
          <a:prstGeom prst="actionButtonBackPrevious">
            <a:avLst/>
          </a:prstGeom>
          <a:solidFill>
            <a:srgbClr val="FF99CC">
              <a:alpha val="5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4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447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4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84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84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84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84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84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灯片编号占位符 1">
            <a:extLst>
              <a:ext uri="{FF2B5EF4-FFF2-40B4-BE49-F238E27FC236}">
                <a16:creationId xmlns:a16="http://schemas.microsoft.com/office/drawing/2014/main" id="{D423D4C5-587D-41EC-3260-FA1BD95234F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DB4253C3-6E41-49D4-8266-8AF09A49641C}" type="slidenum">
              <a:rPr lang="zh-CN" altLang="en-US"/>
              <a:pPr/>
              <a:t>34</a:t>
            </a:fld>
            <a:endParaRPr lang="zh-CN" altLang="en-US"/>
          </a:p>
        </p:txBody>
      </p:sp>
      <p:sp>
        <p:nvSpPr>
          <p:cNvPr id="50178" name="立方体 185347">
            <a:extLst>
              <a:ext uri="{FF2B5EF4-FFF2-40B4-BE49-F238E27FC236}">
                <a16:creationId xmlns:a16="http://schemas.microsoft.com/office/drawing/2014/main" id="{FA508942-584B-2181-276A-536E9B92DB62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6303963" y="260350"/>
            <a:ext cx="1828800" cy="3409950"/>
          </a:xfrm>
          <a:prstGeom prst="cube">
            <a:avLst>
              <a:gd name="adj" fmla="val 28125"/>
            </a:avLst>
          </a:prstGeom>
          <a:gradFill rotWithShape="0">
            <a:gsLst>
              <a:gs pos="0">
                <a:srgbClr val="D2C4D1"/>
              </a:gs>
              <a:gs pos="50000">
                <a:srgbClr val="FFFFFF"/>
              </a:gs>
              <a:gs pos="100000">
                <a:srgbClr val="D2C4D1"/>
              </a:gs>
            </a:gsLst>
            <a:lin ang="0" scaled="1"/>
          </a:gradFill>
          <a:ln w="9525">
            <a:solidFill>
              <a:srgbClr val="80008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 sz="2400" b="0">
                <a:ea typeface="楷体_GB2312" pitchFamily="49" charset="-122"/>
              </a:rPr>
              <a:t>  </a:t>
            </a:r>
          </a:p>
        </p:txBody>
      </p:sp>
      <p:grpSp>
        <p:nvGrpSpPr>
          <p:cNvPr id="50179" name="组合 185348">
            <a:extLst>
              <a:ext uri="{FF2B5EF4-FFF2-40B4-BE49-F238E27FC236}">
                <a16:creationId xmlns:a16="http://schemas.microsoft.com/office/drawing/2014/main" id="{428E721D-DC78-7014-F40B-D32E53990717}"/>
              </a:ext>
            </a:extLst>
          </p:cNvPr>
          <p:cNvGrpSpPr>
            <a:grpSpLocks/>
          </p:cNvGrpSpPr>
          <p:nvPr/>
        </p:nvGrpSpPr>
        <p:grpSpPr bwMode="auto">
          <a:xfrm>
            <a:off x="5916613" y="850900"/>
            <a:ext cx="3048000" cy="1555750"/>
            <a:chOff x="2592" y="868"/>
            <a:chExt cx="1920" cy="980"/>
          </a:xfrm>
        </p:grpSpPr>
        <p:grpSp>
          <p:nvGrpSpPr>
            <p:cNvPr id="50180" name="组合 185349">
              <a:extLst>
                <a:ext uri="{FF2B5EF4-FFF2-40B4-BE49-F238E27FC236}">
                  <a16:creationId xmlns:a16="http://schemas.microsoft.com/office/drawing/2014/main" id="{08CC8801-567B-9E3D-5F01-CAC1434094C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92" y="868"/>
              <a:ext cx="1920" cy="888"/>
              <a:chOff x="2592" y="868"/>
              <a:chExt cx="1920" cy="888"/>
            </a:xfrm>
          </p:grpSpPr>
          <p:sp>
            <p:nvSpPr>
              <p:cNvPr id="50181" name="平行四边形 185350">
                <a:extLst>
                  <a:ext uri="{FF2B5EF4-FFF2-40B4-BE49-F238E27FC236}">
                    <a16:creationId xmlns:a16="http://schemas.microsoft.com/office/drawing/2014/main" id="{E2F93F5D-E6D6-58D4-8A11-3CB5B312BE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3388" y="1168"/>
                <a:ext cx="864" cy="312"/>
              </a:xfrm>
              <a:prstGeom prst="parallelogram">
                <a:avLst>
                  <a:gd name="adj" fmla="val 62808"/>
                </a:avLst>
              </a:prstGeom>
              <a:noFill/>
              <a:ln w="9525">
                <a:solidFill>
                  <a:schemeClr val="tx1"/>
                </a:solidFill>
                <a:prstDash val="sysDot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/>
              </a:p>
            </p:txBody>
          </p:sp>
          <p:sp>
            <p:nvSpPr>
              <p:cNvPr id="50182" name="平行四边形 185351">
                <a:extLst>
                  <a:ext uri="{FF2B5EF4-FFF2-40B4-BE49-F238E27FC236}">
                    <a16:creationId xmlns:a16="http://schemas.microsoft.com/office/drawing/2014/main" id="{B6ACD353-6E00-075F-9388-37D8BEB338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2572" y="1144"/>
                <a:ext cx="864" cy="312"/>
              </a:xfrm>
              <a:prstGeom prst="parallelogram">
                <a:avLst>
                  <a:gd name="adj" fmla="val 62808"/>
                </a:avLst>
              </a:prstGeom>
              <a:noFill/>
              <a:ln w="9525">
                <a:solidFill>
                  <a:schemeClr val="tx1"/>
                </a:solidFill>
                <a:prstDash val="sysDot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/>
              </a:p>
            </p:txBody>
          </p:sp>
          <p:sp>
            <p:nvSpPr>
              <p:cNvPr id="50183" name="直接连接符 185352">
                <a:extLst>
                  <a:ext uri="{FF2B5EF4-FFF2-40B4-BE49-F238E27FC236}">
                    <a16:creationId xmlns:a16="http://schemas.microsoft.com/office/drawing/2014/main" id="{247A5BF9-1723-C7F9-1317-C0A0BA1E8E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92" y="1576"/>
                <a:ext cx="19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184" name="矩形 185353">
                <a:extLst>
                  <a:ext uri="{FF2B5EF4-FFF2-40B4-BE49-F238E27FC236}">
                    <a16:creationId xmlns:a16="http://schemas.microsoft.com/office/drawing/2014/main" id="{78299E6D-2E06-6BAB-FB09-878E453FE6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6" y="1309"/>
                <a:ext cx="228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i="1">
                    <a:ea typeface="楷体_GB2312" pitchFamily="49" charset="-122"/>
                  </a:rPr>
                  <a:t>x</a:t>
                </a:r>
              </a:p>
            </p:txBody>
          </p:sp>
        </p:grpSp>
        <p:sp>
          <p:nvSpPr>
            <p:cNvPr id="50185" name="矩形 185354">
              <a:extLst>
                <a:ext uri="{FF2B5EF4-FFF2-40B4-BE49-F238E27FC236}">
                  <a16:creationId xmlns:a16="http://schemas.microsoft.com/office/drawing/2014/main" id="{D3CBDBEE-622E-9453-FA0E-9D6D83D2D4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0" y="1560"/>
              <a:ext cx="2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400" i="1">
                  <a:ea typeface="楷体_GB2312" pitchFamily="49" charset="-122"/>
                </a:rPr>
                <a:t>O</a:t>
              </a:r>
            </a:p>
          </p:txBody>
        </p:sp>
      </p:grpSp>
      <p:graphicFrame>
        <p:nvGraphicFramePr>
          <p:cNvPr id="185356" name="对象 185355">
            <a:extLst>
              <a:ext uri="{FF2B5EF4-FFF2-40B4-BE49-F238E27FC236}">
                <a16:creationId xmlns:a16="http://schemas.microsoft.com/office/drawing/2014/main" id="{19EF1770-72C8-E9E9-205E-BA5EB6337CEA}"/>
              </a:ext>
            </a:extLst>
          </p:cNvPr>
          <p:cNvGraphicFramePr>
            <a:graphicFrameLocks/>
          </p:cNvGraphicFramePr>
          <p:nvPr/>
        </p:nvGraphicFramePr>
        <p:xfrm>
          <a:off x="395288" y="260350"/>
          <a:ext cx="2416175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888229" imgH="203024" progId="Equation.3">
                  <p:embed/>
                </p:oleObj>
              </mc:Choice>
              <mc:Fallback>
                <p:oleObj r:id="rId2" imgW="888229" imgH="203024" progId="Equation.3">
                  <p:embed/>
                  <p:pic>
                    <p:nvPicPr>
                      <p:cNvPr id="185356" name="对象 185355">
                        <a:extLst>
                          <a:ext uri="{FF2B5EF4-FFF2-40B4-BE49-F238E27FC236}">
                            <a16:creationId xmlns:a16="http://schemas.microsoft.com/office/drawing/2014/main" id="{19EF1770-72C8-E9E9-205E-BA5EB6337CE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260350"/>
                        <a:ext cx="2416175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5357" name="对象 185356">
            <a:extLst>
              <a:ext uri="{FF2B5EF4-FFF2-40B4-BE49-F238E27FC236}">
                <a16:creationId xmlns:a16="http://schemas.microsoft.com/office/drawing/2014/main" id="{4E103B85-326D-5923-16C0-4F039DF86092}"/>
              </a:ext>
            </a:extLst>
          </p:cNvPr>
          <p:cNvGraphicFramePr>
            <a:graphicFrameLocks/>
          </p:cNvGraphicFramePr>
          <p:nvPr/>
        </p:nvGraphicFramePr>
        <p:xfrm>
          <a:off x="1155700" y="2751138"/>
          <a:ext cx="2138363" cy="993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735961" imgH="406048" progId="Equation.3">
                  <p:embed/>
                </p:oleObj>
              </mc:Choice>
              <mc:Fallback>
                <p:oleObj r:id="rId4" imgW="735961" imgH="406048" progId="Equation.3">
                  <p:embed/>
                  <p:pic>
                    <p:nvPicPr>
                      <p:cNvPr id="185357" name="对象 185356">
                        <a:extLst>
                          <a:ext uri="{FF2B5EF4-FFF2-40B4-BE49-F238E27FC236}">
                            <a16:creationId xmlns:a16="http://schemas.microsoft.com/office/drawing/2014/main" id="{4E103B85-326D-5923-16C0-4F039DF86092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5700" y="2751138"/>
                        <a:ext cx="2138363" cy="993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5358" name="对象 185357">
            <a:extLst>
              <a:ext uri="{FF2B5EF4-FFF2-40B4-BE49-F238E27FC236}">
                <a16:creationId xmlns:a16="http://schemas.microsoft.com/office/drawing/2014/main" id="{C5DE6948-2E1F-9942-E363-C4F03238CFA7}"/>
              </a:ext>
            </a:extLst>
          </p:cNvPr>
          <p:cNvGraphicFramePr>
            <a:graphicFrameLocks/>
          </p:cNvGraphicFramePr>
          <p:nvPr/>
        </p:nvGraphicFramePr>
        <p:xfrm>
          <a:off x="395288" y="692150"/>
          <a:ext cx="4059237" cy="957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891479" imgH="431613" progId="Equation.3">
                  <p:embed/>
                </p:oleObj>
              </mc:Choice>
              <mc:Fallback>
                <p:oleObj r:id="rId6" imgW="1891479" imgH="431613" progId="Equation.3">
                  <p:embed/>
                  <p:pic>
                    <p:nvPicPr>
                      <p:cNvPr id="185358" name="对象 185357">
                        <a:extLst>
                          <a:ext uri="{FF2B5EF4-FFF2-40B4-BE49-F238E27FC236}">
                            <a16:creationId xmlns:a16="http://schemas.microsoft.com/office/drawing/2014/main" id="{C5DE6948-2E1F-9942-E363-C4F03238CFA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692150"/>
                        <a:ext cx="4059237" cy="957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5359" name="对象 185358">
            <a:extLst>
              <a:ext uri="{FF2B5EF4-FFF2-40B4-BE49-F238E27FC236}">
                <a16:creationId xmlns:a16="http://schemas.microsoft.com/office/drawing/2014/main" id="{356820AE-CB30-635C-EB54-9CB900B200D3}"/>
              </a:ext>
            </a:extLst>
          </p:cNvPr>
          <p:cNvGraphicFramePr>
            <a:graphicFrameLocks/>
          </p:cNvGraphicFramePr>
          <p:nvPr/>
        </p:nvGraphicFramePr>
        <p:xfrm>
          <a:off x="892175" y="1773238"/>
          <a:ext cx="3055938" cy="768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1180588" imgH="330057" progId="Equation.3">
                  <p:embed/>
                </p:oleObj>
              </mc:Choice>
              <mc:Fallback>
                <p:oleObj r:id="rId8" imgW="1180588" imgH="330057" progId="Equation.3">
                  <p:embed/>
                  <p:pic>
                    <p:nvPicPr>
                      <p:cNvPr id="185359" name="对象 185358">
                        <a:extLst>
                          <a:ext uri="{FF2B5EF4-FFF2-40B4-BE49-F238E27FC236}">
                            <a16:creationId xmlns:a16="http://schemas.microsoft.com/office/drawing/2014/main" id="{356820AE-CB30-635C-EB54-9CB900B200D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2175" y="1773238"/>
                        <a:ext cx="3055938" cy="768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5360" name="椭圆 185359">
            <a:extLst>
              <a:ext uri="{FF2B5EF4-FFF2-40B4-BE49-F238E27FC236}">
                <a16:creationId xmlns:a16="http://schemas.microsoft.com/office/drawing/2014/main" id="{139087F8-B2C8-F797-617B-3678019056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9975" y="1773238"/>
            <a:ext cx="228600" cy="381000"/>
          </a:xfrm>
          <a:prstGeom prst="ellipse">
            <a:avLst/>
          </a:prstGeom>
          <a:noFill/>
          <a:ln w="38100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/>
          </a:p>
        </p:txBody>
      </p:sp>
      <p:grpSp>
        <p:nvGrpSpPr>
          <p:cNvPr id="185361" name="组合 185360">
            <a:extLst>
              <a:ext uri="{FF2B5EF4-FFF2-40B4-BE49-F238E27FC236}">
                <a16:creationId xmlns:a16="http://schemas.microsoft.com/office/drawing/2014/main" id="{D0F0F274-8060-4BB2-D69B-4E4114020CFA}"/>
              </a:ext>
            </a:extLst>
          </p:cNvPr>
          <p:cNvGrpSpPr>
            <a:grpSpLocks/>
          </p:cNvGrpSpPr>
          <p:nvPr/>
        </p:nvGrpSpPr>
        <p:grpSpPr bwMode="auto">
          <a:xfrm>
            <a:off x="5638800" y="3644900"/>
            <a:ext cx="3352800" cy="2286000"/>
            <a:chOff x="3848" y="1558"/>
            <a:chExt cx="1569" cy="960"/>
          </a:xfrm>
        </p:grpSpPr>
        <p:sp>
          <p:nvSpPr>
            <p:cNvPr id="50192" name="直接连接符 185361">
              <a:extLst>
                <a:ext uri="{FF2B5EF4-FFF2-40B4-BE49-F238E27FC236}">
                  <a16:creationId xmlns:a16="http://schemas.microsoft.com/office/drawing/2014/main" id="{882D44CA-6C88-AFB4-73F6-0E1808DC90F7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863" y="2364"/>
              <a:ext cx="155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193" name="直接连接符 185362">
              <a:extLst>
                <a:ext uri="{FF2B5EF4-FFF2-40B4-BE49-F238E27FC236}">
                  <a16:creationId xmlns:a16="http://schemas.microsoft.com/office/drawing/2014/main" id="{24E68210-8E52-F830-310C-9F6921914C7F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4560" y="1945"/>
              <a:ext cx="0" cy="41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194" name="任意多边形 185363">
              <a:extLst>
                <a:ext uri="{FF2B5EF4-FFF2-40B4-BE49-F238E27FC236}">
                  <a16:creationId xmlns:a16="http://schemas.microsoft.com/office/drawing/2014/main" id="{6382696C-86EB-1A7F-3512-EFF170BC48C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521" y="2113"/>
              <a:ext cx="376" cy="251"/>
            </a:xfrm>
            <a:custGeom>
              <a:avLst/>
              <a:gdLst>
                <a:gd name="T0" fmla="*/ 0 w 735"/>
                <a:gd name="T1" fmla="*/ 870 h 870"/>
                <a:gd name="T2" fmla="*/ 315 w 735"/>
                <a:gd name="T3" fmla="*/ 725 h 870"/>
                <a:gd name="T4" fmla="*/ 735 w 735"/>
                <a:gd name="T5" fmla="*/ 0 h 8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35" h="870">
                  <a:moveTo>
                    <a:pt x="0" y="870"/>
                  </a:moveTo>
                  <a:cubicBezTo>
                    <a:pt x="96" y="870"/>
                    <a:pt x="193" y="870"/>
                    <a:pt x="315" y="725"/>
                  </a:cubicBezTo>
                  <a:cubicBezTo>
                    <a:pt x="437" y="580"/>
                    <a:pt x="586" y="290"/>
                    <a:pt x="735" y="0"/>
                  </a:cubicBezTo>
                </a:path>
              </a:pathLst>
            </a:custGeom>
            <a:noFill/>
            <a:ln w="28575">
              <a:solidFill>
                <a:srgbClr val="A5002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/>
            </a:p>
          </p:txBody>
        </p:sp>
        <p:sp>
          <p:nvSpPr>
            <p:cNvPr id="50195" name="任意多边形 185364">
              <a:extLst>
                <a:ext uri="{FF2B5EF4-FFF2-40B4-BE49-F238E27FC236}">
                  <a16:creationId xmlns:a16="http://schemas.microsoft.com/office/drawing/2014/main" id="{B3F1F483-3649-8993-1876-47B75053C1A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flipH="1">
              <a:off x="4212" y="2108"/>
              <a:ext cx="375" cy="252"/>
            </a:xfrm>
            <a:custGeom>
              <a:avLst/>
              <a:gdLst>
                <a:gd name="T0" fmla="*/ 0 w 735"/>
                <a:gd name="T1" fmla="*/ 870 h 870"/>
                <a:gd name="T2" fmla="*/ 315 w 735"/>
                <a:gd name="T3" fmla="*/ 725 h 870"/>
                <a:gd name="T4" fmla="*/ 735 w 735"/>
                <a:gd name="T5" fmla="*/ 0 h 8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35" h="870">
                  <a:moveTo>
                    <a:pt x="0" y="870"/>
                  </a:moveTo>
                  <a:cubicBezTo>
                    <a:pt x="96" y="870"/>
                    <a:pt x="193" y="870"/>
                    <a:pt x="315" y="725"/>
                  </a:cubicBezTo>
                  <a:cubicBezTo>
                    <a:pt x="437" y="580"/>
                    <a:pt x="586" y="290"/>
                    <a:pt x="735" y="0"/>
                  </a:cubicBezTo>
                </a:path>
              </a:pathLst>
            </a:custGeom>
            <a:noFill/>
            <a:ln w="28575">
              <a:solidFill>
                <a:srgbClr val="A5002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/>
            </a:p>
          </p:txBody>
        </p:sp>
        <p:sp>
          <p:nvSpPr>
            <p:cNvPr id="50196" name="直接连接符 185365">
              <a:extLst>
                <a:ext uri="{FF2B5EF4-FFF2-40B4-BE49-F238E27FC236}">
                  <a16:creationId xmlns:a16="http://schemas.microsoft.com/office/drawing/2014/main" id="{E954A78A-85A0-97E5-5FAC-AE2E9147CA1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4889" y="2117"/>
              <a:ext cx="37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197" name="直接连接符 185366">
              <a:extLst>
                <a:ext uri="{FF2B5EF4-FFF2-40B4-BE49-F238E27FC236}">
                  <a16:creationId xmlns:a16="http://schemas.microsoft.com/office/drawing/2014/main" id="{8651A7AE-7F36-D2C1-E8B5-96AF5503D07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848" y="2117"/>
              <a:ext cx="37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198" name="直接连接符 185367">
              <a:extLst>
                <a:ext uri="{FF2B5EF4-FFF2-40B4-BE49-F238E27FC236}">
                  <a16:creationId xmlns:a16="http://schemas.microsoft.com/office/drawing/2014/main" id="{7994BA4A-E98D-CBA4-4CD8-4ADC32E3202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4885" y="1558"/>
              <a:ext cx="4" cy="806"/>
            </a:xfrm>
            <a:prstGeom prst="line">
              <a:avLst/>
            </a:prstGeom>
            <a:noFill/>
            <a:ln w="28575">
              <a:solidFill>
                <a:srgbClr val="80008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199" name="直接连接符 185368">
              <a:extLst>
                <a:ext uri="{FF2B5EF4-FFF2-40B4-BE49-F238E27FC236}">
                  <a16:creationId xmlns:a16="http://schemas.microsoft.com/office/drawing/2014/main" id="{C2A0D817-8B85-FF20-4FAD-1251B18792F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4213" y="1596"/>
              <a:ext cx="14" cy="768"/>
            </a:xfrm>
            <a:prstGeom prst="line">
              <a:avLst/>
            </a:prstGeom>
            <a:noFill/>
            <a:ln w="28575">
              <a:solidFill>
                <a:srgbClr val="80008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00" name="文本框 185369">
              <a:extLst>
                <a:ext uri="{FF2B5EF4-FFF2-40B4-BE49-F238E27FC236}">
                  <a16:creationId xmlns:a16="http://schemas.microsoft.com/office/drawing/2014/main" id="{392C34B0-A0B2-784A-803B-A8BAA4E029AD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4063" y="2347"/>
              <a:ext cx="319" cy="1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/>
              <a:r>
                <a:rPr lang="en-US" altLang="zh-CN" sz="2000" i="1">
                  <a:latin typeface="楷体_GB2312" pitchFamily="49" charset="-122"/>
                  <a:ea typeface="楷体_GB2312" pitchFamily="49" charset="-122"/>
                </a:rPr>
                <a:t>-</a:t>
              </a:r>
              <a:r>
                <a:rPr lang="en-US" altLang="zh-CN" sz="2000" i="1">
                  <a:ea typeface="楷体_GB2312" pitchFamily="49" charset="-122"/>
                </a:rPr>
                <a:t>d</a:t>
              </a:r>
            </a:p>
          </p:txBody>
        </p:sp>
        <p:sp>
          <p:nvSpPr>
            <p:cNvPr id="50201" name="文本框 185370">
              <a:extLst>
                <a:ext uri="{FF2B5EF4-FFF2-40B4-BE49-F238E27FC236}">
                  <a16:creationId xmlns:a16="http://schemas.microsoft.com/office/drawing/2014/main" id="{DB241438-89A5-3CD4-70D7-642DF1B8543B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4774" y="2350"/>
              <a:ext cx="376" cy="1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/>
              <a:r>
                <a:rPr lang="en-US" altLang="zh-CN" sz="2000" i="1">
                  <a:ea typeface="楷体_GB2312" pitchFamily="49" charset="-122"/>
                </a:rPr>
                <a:t>d</a:t>
              </a:r>
            </a:p>
          </p:txBody>
        </p:sp>
        <p:sp>
          <p:nvSpPr>
            <p:cNvPr id="50202" name="文本框 185371">
              <a:extLst>
                <a:ext uri="{FF2B5EF4-FFF2-40B4-BE49-F238E27FC236}">
                  <a16:creationId xmlns:a16="http://schemas.microsoft.com/office/drawing/2014/main" id="{AC66DABE-CC32-2F28-B8EA-414DE45D4A96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4544" y="1904"/>
              <a:ext cx="208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/>
              <a:r>
                <a:rPr lang="en-US" altLang="zh-CN" sz="1800" i="1">
                  <a:ea typeface="楷体_GB2312" pitchFamily="49" charset="-122"/>
                </a:rPr>
                <a:t>E</a:t>
              </a:r>
            </a:p>
          </p:txBody>
        </p:sp>
      </p:grpSp>
      <p:grpSp>
        <p:nvGrpSpPr>
          <p:cNvPr id="185373" name="组合 185372">
            <a:extLst>
              <a:ext uri="{FF2B5EF4-FFF2-40B4-BE49-F238E27FC236}">
                <a16:creationId xmlns:a16="http://schemas.microsoft.com/office/drawing/2014/main" id="{57F77666-8E8A-911B-D39D-5FE9F90BA9F4}"/>
              </a:ext>
            </a:extLst>
          </p:cNvPr>
          <p:cNvGrpSpPr>
            <a:grpSpLocks/>
          </p:cNvGrpSpPr>
          <p:nvPr/>
        </p:nvGrpSpPr>
        <p:grpSpPr bwMode="auto">
          <a:xfrm>
            <a:off x="6091238" y="1343025"/>
            <a:ext cx="2511425" cy="914400"/>
            <a:chOff x="2702" y="912"/>
            <a:chExt cx="1582" cy="576"/>
          </a:xfrm>
        </p:grpSpPr>
        <p:sp>
          <p:nvSpPr>
            <p:cNvPr id="50204" name="立方体 185373">
              <a:extLst>
                <a:ext uri="{FF2B5EF4-FFF2-40B4-BE49-F238E27FC236}">
                  <a16:creationId xmlns:a16="http://schemas.microsoft.com/office/drawing/2014/main" id="{3BB927B8-0350-89B6-6E25-176BCD2B487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3325" y="529"/>
              <a:ext cx="336" cy="1582"/>
            </a:xfrm>
            <a:prstGeom prst="cube">
              <a:avLst>
                <a:gd name="adj" fmla="val 25000"/>
              </a:avLst>
            </a:prstGeom>
            <a:noFill/>
            <a:ln w="9525">
              <a:solidFill>
                <a:srgbClr val="006699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eaVert" wrap="none" anchor="ctr"/>
            <a:lstStyle/>
            <a:p>
              <a:pPr algn="ctr"/>
              <a:endParaRPr lang="zh-CN" altLang="en-US" sz="2400" b="0">
                <a:ea typeface="楷体_GB2312" pitchFamily="49" charset="-122"/>
              </a:endParaRPr>
            </a:p>
          </p:txBody>
        </p:sp>
        <p:sp>
          <p:nvSpPr>
            <p:cNvPr id="50205" name="直接连接符 185374">
              <a:extLst>
                <a:ext uri="{FF2B5EF4-FFF2-40B4-BE49-F238E27FC236}">
                  <a16:creationId xmlns:a16="http://schemas.microsoft.com/office/drawing/2014/main" id="{B6A41A47-73AA-9363-A764-4E39608B13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02" y="1095"/>
              <a:ext cx="61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06" name="直接连接符 185375">
              <a:extLst>
                <a:ext uri="{FF2B5EF4-FFF2-40B4-BE49-F238E27FC236}">
                  <a16:creationId xmlns:a16="http://schemas.microsoft.com/office/drawing/2014/main" id="{5FC40F8F-D78B-2C45-4C58-90AEED0391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0" y="1086"/>
              <a:ext cx="60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07" name="文本框 185376">
              <a:extLst>
                <a:ext uri="{FF2B5EF4-FFF2-40B4-BE49-F238E27FC236}">
                  <a16:creationId xmlns:a16="http://schemas.microsoft.com/office/drawing/2014/main" id="{3BCDAFD8-3902-FC66-53A0-030FEFA1AF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2" y="912"/>
              <a:ext cx="26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400">
                  <a:ea typeface="楷体_GB2312" pitchFamily="49" charset="-122"/>
                </a:rPr>
                <a:t>2</a:t>
              </a:r>
              <a:r>
                <a:rPr lang="en-US" altLang="zh-CN" sz="2400" i="1">
                  <a:ea typeface="楷体_GB2312" pitchFamily="49" charset="-122"/>
                </a:rPr>
                <a:t>l</a:t>
              </a:r>
              <a:endParaRPr lang="en-US" altLang="zh-CN" sz="2400" b="0">
                <a:ea typeface="楷体_GB2312" pitchFamily="49" charset="-122"/>
              </a:endParaRPr>
            </a:p>
          </p:txBody>
        </p:sp>
        <p:sp>
          <p:nvSpPr>
            <p:cNvPr id="50208" name="文本框 185377">
              <a:extLst>
                <a:ext uri="{FF2B5EF4-FFF2-40B4-BE49-F238E27FC236}">
                  <a16:creationId xmlns:a16="http://schemas.microsoft.com/office/drawing/2014/main" id="{05A7A685-056F-8508-B0A7-092CEF8761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07" y="1200"/>
              <a:ext cx="6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400" i="1">
                  <a:solidFill>
                    <a:srgbClr val="A50021"/>
                  </a:solidFill>
                  <a:ea typeface="楷体_GB2312" pitchFamily="49" charset="-122"/>
                </a:rPr>
                <a:t>S</a:t>
              </a:r>
              <a:endParaRPr lang="en-US" altLang="zh-CN" sz="2400" b="0">
                <a:ea typeface="楷体_GB2312" pitchFamily="49" charset="-122"/>
              </a:endParaRPr>
            </a:p>
          </p:txBody>
        </p:sp>
        <p:sp>
          <p:nvSpPr>
            <p:cNvPr id="50209" name="直接连接符 185378">
              <a:extLst>
                <a:ext uri="{FF2B5EF4-FFF2-40B4-BE49-F238E27FC236}">
                  <a16:creationId xmlns:a16="http://schemas.microsoft.com/office/drawing/2014/main" id="{18200D56-6C7A-C694-426F-688C101562B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02" y="1008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10" name="直接连接符 185379">
              <a:extLst>
                <a:ext uri="{FF2B5EF4-FFF2-40B4-BE49-F238E27FC236}">
                  <a16:creationId xmlns:a16="http://schemas.microsoft.com/office/drawing/2014/main" id="{8A49863B-EB21-7BCC-D358-C7CAA2EEC11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02" y="1008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0211" name="动作按钮: 前进或下一项 185380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78C94332-5280-17DE-B9FD-914F540EDB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89963" y="944563"/>
            <a:ext cx="554037" cy="427037"/>
          </a:xfrm>
          <a:prstGeom prst="actionButtonForwardNext">
            <a:avLst/>
          </a:prstGeom>
          <a:solidFill>
            <a:srgbClr val="FFCC99">
              <a:alpha val="5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endParaRPr lang="zh-CN" altLang="en-US"/>
          </a:p>
        </p:txBody>
      </p:sp>
      <p:sp>
        <p:nvSpPr>
          <p:cNvPr id="50212" name="动作按钮: 后退或前一项 185381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BC38F9E1-B1ED-5AF0-829A-C4CDB23629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61363" y="381000"/>
            <a:ext cx="554037" cy="427038"/>
          </a:xfrm>
          <a:prstGeom prst="actionButtonBackPrevious">
            <a:avLst/>
          </a:prstGeom>
          <a:solidFill>
            <a:srgbClr val="FF99CC">
              <a:alpha val="5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endParaRPr lang="zh-CN" altLang="en-US"/>
          </a:p>
        </p:txBody>
      </p:sp>
      <p:sp>
        <p:nvSpPr>
          <p:cNvPr id="185383" name="文本框 185382">
            <a:extLst>
              <a:ext uri="{FF2B5EF4-FFF2-40B4-BE49-F238E27FC236}">
                <a16:creationId xmlns:a16="http://schemas.microsoft.com/office/drawing/2014/main" id="{DFA3C3E5-B777-3186-45A2-59BA5AC2391B}"/>
              </a:ext>
            </a:extLst>
          </p:cNvPr>
          <p:cNvSpPr txBox="1"/>
          <p:nvPr/>
        </p:nvSpPr>
        <p:spPr>
          <a:xfrm>
            <a:off x="323850" y="3644900"/>
            <a:ext cx="3024188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noProof="1">
                <a:solidFill>
                  <a:srgbClr val="FF3300"/>
                </a:solidFill>
                <a:effectLst>
                  <a:outerShdw blurRad="38100" dist="38100" dir="2700000">
                    <a:srgbClr val="000000"/>
                  </a:outerShdw>
                </a:effectLst>
                <a:ea typeface="楷体_GB2312" pitchFamily="49" charset="-122"/>
              </a:rPr>
              <a:t>拓展：</a:t>
            </a:r>
          </a:p>
        </p:txBody>
      </p:sp>
      <p:sp>
        <p:nvSpPr>
          <p:cNvPr id="185384" name="文本框 185383">
            <a:extLst>
              <a:ext uri="{FF2B5EF4-FFF2-40B4-BE49-F238E27FC236}">
                <a16:creationId xmlns:a16="http://schemas.microsoft.com/office/drawing/2014/main" id="{E8B016B2-0E4D-E913-40F5-E6E727B761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4292600"/>
            <a:ext cx="5545138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800" b="1" dirty="0"/>
              <a:t>若电荷分布关于某坐标（如</a:t>
            </a:r>
            <a:r>
              <a:rPr lang="en-US" altLang="zh-CN" sz="2800" b="1" i="1" dirty="0"/>
              <a:t>x</a:t>
            </a:r>
            <a:r>
              <a:rPr lang="zh-CN" altLang="en-US" sz="2800" b="1" dirty="0"/>
              <a:t>）对称（偶函数），则其电场易求！</a:t>
            </a:r>
          </a:p>
        </p:txBody>
      </p:sp>
      <p:sp>
        <p:nvSpPr>
          <p:cNvPr id="185385" name="文本框 185384">
            <a:extLst>
              <a:ext uri="{FF2B5EF4-FFF2-40B4-BE49-F238E27FC236}">
                <a16:creationId xmlns:a16="http://schemas.microsoft.com/office/drawing/2014/main" id="{8DF0DFA2-7FAD-86F5-6B24-06B55FECE3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5300663"/>
            <a:ext cx="23034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800" dirty="0"/>
              <a:t>全空间：</a:t>
            </a:r>
          </a:p>
        </p:txBody>
      </p:sp>
      <p:graphicFrame>
        <p:nvGraphicFramePr>
          <p:cNvPr id="185386" name="对象 185385">
            <a:extLst>
              <a:ext uri="{FF2B5EF4-FFF2-40B4-BE49-F238E27FC236}">
                <a16:creationId xmlns:a16="http://schemas.microsoft.com/office/drawing/2014/main" id="{1D12FA34-9851-9533-BF99-76F0A82166E5}"/>
              </a:ext>
            </a:extLst>
          </p:cNvPr>
          <p:cNvGraphicFramePr>
            <a:graphicFrameLocks/>
          </p:cNvGraphicFramePr>
          <p:nvPr/>
        </p:nvGraphicFramePr>
        <p:xfrm>
          <a:off x="2038350" y="5337175"/>
          <a:ext cx="1957388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735961" imgH="203024" progId="Equation.3">
                  <p:embed/>
                </p:oleObj>
              </mc:Choice>
              <mc:Fallback>
                <p:oleObj r:id="rId10" imgW="735961" imgH="203024" progId="Equation.3">
                  <p:embed/>
                  <p:pic>
                    <p:nvPicPr>
                      <p:cNvPr id="185386" name="对象 185385">
                        <a:extLst>
                          <a:ext uri="{FF2B5EF4-FFF2-40B4-BE49-F238E27FC236}">
                            <a16:creationId xmlns:a16="http://schemas.microsoft.com/office/drawing/2014/main" id="{1D12FA34-9851-9533-BF99-76F0A82166E5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8350" y="5337175"/>
                        <a:ext cx="1957388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5387" name="文本框 185386">
            <a:extLst>
              <a:ext uri="{FF2B5EF4-FFF2-40B4-BE49-F238E27FC236}">
                <a16:creationId xmlns:a16="http://schemas.microsoft.com/office/drawing/2014/main" id="{FC1D0D04-7A65-D254-3BC3-CB69BAD1B5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6021388"/>
            <a:ext cx="23749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dirty="0">
                <a:solidFill>
                  <a:srgbClr val="0000FF"/>
                </a:solidFill>
                <a:ea typeface="楷体_GB2312" pitchFamily="49" charset="-122"/>
              </a:rPr>
              <a:t>奇函数？</a:t>
            </a:r>
          </a:p>
        </p:txBody>
      </p:sp>
      <p:graphicFrame>
        <p:nvGraphicFramePr>
          <p:cNvPr id="185388" name="对象 185387">
            <a:extLst>
              <a:ext uri="{FF2B5EF4-FFF2-40B4-BE49-F238E27FC236}">
                <a16:creationId xmlns:a16="http://schemas.microsoft.com/office/drawing/2014/main" id="{38F61E69-1A92-6A4D-E86F-CC497DCF796F}"/>
              </a:ext>
            </a:extLst>
          </p:cNvPr>
          <p:cNvGraphicFramePr>
            <a:graphicFrameLocks/>
          </p:cNvGraphicFramePr>
          <p:nvPr/>
        </p:nvGraphicFramePr>
        <p:xfrm>
          <a:off x="1941513" y="6021388"/>
          <a:ext cx="1889125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710583" imgH="203024" progId="Equation.3">
                  <p:embed/>
                </p:oleObj>
              </mc:Choice>
              <mc:Fallback>
                <p:oleObj r:id="rId12" imgW="710583" imgH="203024" progId="Equation.3">
                  <p:embed/>
                  <p:pic>
                    <p:nvPicPr>
                      <p:cNvPr id="185388" name="对象 185387">
                        <a:extLst>
                          <a:ext uri="{FF2B5EF4-FFF2-40B4-BE49-F238E27FC236}">
                            <a16:creationId xmlns:a16="http://schemas.microsoft.com/office/drawing/2014/main" id="{38F61E69-1A92-6A4D-E86F-CC497DCF796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1513" y="6021388"/>
                        <a:ext cx="1889125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5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5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85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85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9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0" fill="hold"/>
                                        <p:tgtEl>
                                          <p:spTgt spid="1853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0" fill="hold"/>
                                        <p:tgtEl>
                                          <p:spTgt spid="1853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85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85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85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2000"/>
                                        <p:tgtEl>
                                          <p:spTgt spid="185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185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8" dur="500"/>
                                        <p:tgtEl>
                                          <p:spTgt spid="185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185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8" dur="500"/>
                                        <p:tgtEl>
                                          <p:spTgt spid="185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5383" grpId="0"/>
      <p:bldP spid="185384" grpId="0"/>
      <p:bldP spid="185385" grpId="0"/>
      <p:bldP spid="185387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ext Box 2">
            <a:extLst>
              <a:ext uri="{FF2B5EF4-FFF2-40B4-BE49-F238E27FC236}">
                <a16:creationId xmlns:a16="http://schemas.microsoft.com/office/drawing/2014/main" id="{7BC61940-F922-4EAE-8B00-844B26117A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6844" y="1450181"/>
            <a:ext cx="4788490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zh-CN" sz="2100" b="1" dirty="0"/>
              <a:t>2. </a:t>
            </a:r>
            <a:r>
              <a:rPr lang="zh-CN" altLang="en-US" sz="2100" b="1" dirty="0"/>
              <a:t>非均匀磁场中，载流导线受力情况。</a:t>
            </a:r>
          </a:p>
        </p:txBody>
      </p:sp>
      <p:sp>
        <p:nvSpPr>
          <p:cNvPr id="37891" name="Text Box 3">
            <a:extLst>
              <a:ext uri="{FF2B5EF4-FFF2-40B4-BE49-F238E27FC236}">
                <a16:creationId xmlns:a16="http://schemas.microsoft.com/office/drawing/2014/main" id="{7F78BEB3-5ECC-4F39-8074-144FAF6CC1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7344" y="1956197"/>
            <a:ext cx="5943600" cy="8308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1146175" indent="-1146175"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1619250"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809750"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2000250"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190750"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4795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0515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6235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1955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21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例</a:t>
            </a:r>
            <a:r>
              <a:rPr lang="en-US" altLang="zh-CN" sz="21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. </a:t>
            </a:r>
            <a:r>
              <a:rPr lang="zh-CN" altLang="en-US" sz="2100" b="1" dirty="0"/>
              <a:t>求正</a:t>
            </a:r>
            <a:r>
              <a:rPr lang="zh-CN" altLang="zh-CN" sz="2100" b="1" dirty="0"/>
              <a:t>三角形线圈受电流</a:t>
            </a:r>
            <a:r>
              <a:rPr lang="en-US" altLang="zh-CN" sz="2100" b="1" i="1" dirty="0"/>
              <a:t>I</a:t>
            </a:r>
            <a:r>
              <a:rPr lang="zh-CN" altLang="en-US" sz="2100" b="1" dirty="0"/>
              <a:t>，</a:t>
            </a:r>
            <a:r>
              <a:rPr lang="zh-CN" altLang="zh-CN" sz="2100" b="1" dirty="0"/>
              <a:t>所产生磁场的安培力的合力。</a:t>
            </a:r>
            <a:endParaRPr lang="zh-CN" altLang="en-US" sz="2100" b="1" dirty="0"/>
          </a:p>
        </p:txBody>
      </p:sp>
      <p:graphicFrame>
        <p:nvGraphicFramePr>
          <p:cNvPr id="37930" name="Object 42">
            <a:extLst>
              <a:ext uri="{FF2B5EF4-FFF2-40B4-BE49-F238E27FC236}">
                <a16:creationId xmlns:a16="http://schemas.microsoft.com/office/drawing/2014/main" id="{A88ECFFE-957B-4971-B17A-C01CFDBF130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88394" y="3069431"/>
          <a:ext cx="1219200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507960" imgH="228600" progId="Equation.3">
                  <p:embed/>
                </p:oleObj>
              </mc:Choice>
              <mc:Fallback>
                <p:oleObj name="公式" r:id="rId2" imgW="507960" imgH="228600" progId="Equation.3">
                  <p:embed/>
                  <p:pic>
                    <p:nvPicPr>
                      <p:cNvPr id="37930" name="Object 42">
                        <a:extLst>
                          <a:ext uri="{FF2B5EF4-FFF2-40B4-BE49-F238E27FC236}">
                            <a16:creationId xmlns:a16="http://schemas.microsoft.com/office/drawing/2014/main" id="{A88ECFFE-957B-4971-B17A-C01CFDBF130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8394" y="3069431"/>
                        <a:ext cx="1219200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931" name="Text Box 43">
            <a:extLst>
              <a:ext uri="{FF2B5EF4-FFF2-40B4-BE49-F238E27FC236}">
                <a16:creationId xmlns:a16="http://schemas.microsoft.com/office/drawing/2014/main" id="{5EDA267D-218F-44F4-97ED-DE013747B5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6876" y="3036094"/>
            <a:ext cx="726481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zh-CN" altLang="en-US" sz="21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解：</a:t>
            </a:r>
            <a:endParaRPr lang="zh-CN" altLang="en-US" sz="2100" b="1" dirty="0">
              <a:solidFill>
                <a:srgbClr val="FF0000"/>
              </a:solidFill>
            </a:endParaRPr>
          </a:p>
        </p:txBody>
      </p:sp>
      <p:graphicFrame>
        <p:nvGraphicFramePr>
          <p:cNvPr id="37932" name="Object 44">
            <a:extLst>
              <a:ext uri="{FF2B5EF4-FFF2-40B4-BE49-F238E27FC236}">
                <a16:creationId xmlns:a16="http://schemas.microsoft.com/office/drawing/2014/main" id="{1126B7F7-19DE-4A94-9490-1EF86DA38E2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01466" y="4154092"/>
          <a:ext cx="2805113" cy="14632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650960" imgH="863280" progId="Equation.3">
                  <p:embed/>
                </p:oleObj>
              </mc:Choice>
              <mc:Fallback>
                <p:oleObj name="公式" r:id="rId4" imgW="1650960" imgH="863280" progId="Equation.3">
                  <p:embed/>
                  <p:pic>
                    <p:nvPicPr>
                      <p:cNvPr id="37932" name="Object 44">
                        <a:extLst>
                          <a:ext uri="{FF2B5EF4-FFF2-40B4-BE49-F238E27FC236}">
                            <a16:creationId xmlns:a16="http://schemas.microsoft.com/office/drawing/2014/main" id="{1126B7F7-19DE-4A94-9490-1EF86DA38E2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1466" y="4154092"/>
                        <a:ext cx="2805113" cy="14632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933" name="Text Box 45">
            <a:extLst>
              <a:ext uri="{FF2B5EF4-FFF2-40B4-BE49-F238E27FC236}">
                <a16:creationId xmlns:a16="http://schemas.microsoft.com/office/drawing/2014/main" id="{85B0CD22-A357-4DC5-98CC-A74EDE3DD1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77640" y="3588127"/>
            <a:ext cx="1640193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zh-CN" sz="2100" b="1" dirty="0">
                <a:sym typeface="Monotype Sorts" pitchFamily="2" charset="2"/>
              </a:rPr>
              <a:t> CD</a:t>
            </a:r>
            <a:r>
              <a:rPr lang="zh-CN" altLang="zh-CN" sz="2100" b="1" dirty="0">
                <a:sym typeface="Monotype Sorts" pitchFamily="2" charset="2"/>
              </a:rPr>
              <a:t>边受力</a:t>
            </a:r>
            <a:endParaRPr lang="zh-CN" altLang="en-US" sz="2100" b="1" dirty="0"/>
          </a:p>
        </p:txBody>
      </p:sp>
      <p:grpSp>
        <p:nvGrpSpPr>
          <p:cNvPr id="37991" name="Group 103">
            <a:extLst>
              <a:ext uri="{FF2B5EF4-FFF2-40B4-BE49-F238E27FC236}">
                <a16:creationId xmlns:a16="http://schemas.microsoft.com/office/drawing/2014/main" id="{AB6F8684-CE62-4DD6-B0A2-4CF5B23939BF}"/>
              </a:ext>
            </a:extLst>
          </p:cNvPr>
          <p:cNvGrpSpPr>
            <a:grpSpLocks/>
          </p:cNvGrpSpPr>
          <p:nvPr/>
        </p:nvGrpSpPr>
        <p:grpSpPr bwMode="auto">
          <a:xfrm>
            <a:off x="5650706" y="4107657"/>
            <a:ext cx="467916" cy="360760"/>
            <a:chOff x="3786" y="2730"/>
            <a:chExt cx="393" cy="303"/>
          </a:xfrm>
        </p:grpSpPr>
        <p:sp>
          <p:nvSpPr>
            <p:cNvPr id="37967" name="Line 79">
              <a:extLst>
                <a:ext uri="{FF2B5EF4-FFF2-40B4-BE49-F238E27FC236}">
                  <a16:creationId xmlns:a16="http://schemas.microsoft.com/office/drawing/2014/main" id="{C54E9668-C45F-4127-955A-1E52C2FC01A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86" y="2730"/>
              <a:ext cx="393" cy="0"/>
            </a:xfrm>
            <a:prstGeom prst="line">
              <a:avLst/>
            </a:prstGeom>
            <a:noFill/>
            <a:ln w="28575">
              <a:solidFill>
                <a:srgbClr val="3333FF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graphicFrame>
          <p:nvGraphicFramePr>
            <p:cNvPr id="37968" name="Object 80">
              <a:extLst>
                <a:ext uri="{FF2B5EF4-FFF2-40B4-BE49-F238E27FC236}">
                  <a16:creationId xmlns:a16="http://schemas.microsoft.com/office/drawing/2014/main" id="{31A439A0-9124-481A-8E14-A01A9F93996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848" y="2741"/>
            <a:ext cx="323" cy="2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266400" imgH="241200" progId="Equation.3">
                    <p:embed/>
                  </p:oleObj>
                </mc:Choice>
                <mc:Fallback>
                  <p:oleObj name="公式" r:id="rId6" imgW="266400" imgH="241200" progId="Equation.3">
                    <p:embed/>
                    <p:pic>
                      <p:nvPicPr>
                        <p:cNvPr id="37968" name="Object 80">
                          <a:extLst>
                            <a:ext uri="{FF2B5EF4-FFF2-40B4-BE49-F238E27FC236}">
                              <a16:creationId xmlns:a16="http://schemas.microsoft.com/office/drawing/2014/main" id="{31A439A0-9124-481A-8E14-A01A9F93996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8" y="2741"/>
                          <a:ext cx="323" cy="2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 type="none" w="med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7992" name="Group 104">
            <a:extLst>
              <a:ext uri="{FF2B5EF4-FFF2-40B4-BE49-F238E27FC236}">
                <a16:creationId xmlns:a16="http://schemas.microsoft.com/office/drawing/2014/main" id="{1A2C9E48-C657-4F34-8F98-2D4BDE36E9C5}"/>
              </a:ext>
            </a:extLst>
          </p:cNvPr>
          <p:cNvGrpSpPr>
            <a:grpSpLocks/>
          </p:cNvGrpSpPr>
          <p:nvPr/>
        </p:nvGrpSpPr>
        <p:grpSpPr bwMode="auto">
          <a:xfrm>
            <a:off x="5163742" y="3028951"/>
            <a:ext cx="2249090" cy="2235994"/>
            <a:chOff x="3377" y="1824"/>
            <a:chExt cx="1889" cy="1878"/>
          </a:xfrm>
        </p:grpSpPr>
        <p:graphicFrame>
          <p:nvGraphicFramePr>
            <p:cNvPr id="37969" name="Object 81">
              <a:extLst>
                <a:ext uri="{FF2B5EF4-FFF2-40B4-BE49-F238E27FC236}">
                  <a16:creationId xmlns:a16="http://schemas.microsoft.com/office/drawing/2014/main" id="{F6887925-297C-4FF0-9847-2AC70995C78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709" y="1824"/>
            <a:ext cx="307" cy="2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" imgW="291960" imgH="203040" progId="Equation.3">
                    <p:embed/>
                  </p:oleObj>
                </mc:Choice>
                <mc:Fallback>
                  <p:oleObj name="公式" r:id="rId8" imgW="291960" imgH="203040" progId="Equation.3">
                    <p:embed/>
                    <p:pic>
                      <p:nvPicPr>
                        <p:cNvPr id="37969" name="Object 81">
                          <a:extLst>
                            <a:ext uri="{FF2B5EF4-FFF2-40B4-BE49-F238E27FC236}">
                              <a16:creationId xmlns:a16="http://schemas.microsoft.com/office/drawing/2014/main" id="{F6887925-297C-4FF0-9847-2AC70995C78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09" y="1824"/>
                          <a:ext cx="307" cy="2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37986" name="Group 98">
              <a:extLst>
                <a:ext uri="{FF2B5EF4-FFF2-40B4-BE49-F238E27FC236}">
                  <a16:creationId xmlns:a16="http://schemas.microsoft.com/office/drawing/2014/main" id="{0B83644A-9A18-46B9-83C9-9E7BB0DE974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77" y="1903"/>
              <a:ext cx="1889" cy="1799"/>
              <a:chOff x="3377" y="1903"/>
              <a:chExt cx="1889" cy="1799"/>
            </a:xfrm>
          </p:grpSpPr>
          <p:sp>
            <p:nvSpPr>
              <p:cNvPr id="37957" name="Rectangle 69">
                <a:extLst>
                  <a:ext uri="{FF2B5EF4-FFF2-40B4-BE49-F238E27FC236}">
                    <a16:creationId xmlns:a16="http://schemas.microsoft.com/office/drawing/2014/main" id="{D65AF81B-36D7-48AD-ADAD-4E2260C770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70" y="2764"/>
                <a:ext cx="270" cy="3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 type="none" w="med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CN" i="1">
                    <a:solidFill>
                      <a:srgbClr val="FF00FF"/>
                    </a:solidFill>
                  </a:rPr>
                  <a:t>I</a:t>
                </a:r>
                <a:r>
                  <a:rPr lang="en-US" altLang="zh-CN" baseline="-25000">
                    <a:solidFill>
                      <a:srgbClr val="FF00FF"/>
                    </a:solidFill>
                  </a:rPr>
                  <a:t>2</a:t>
                </a:r>
                <a:endParaRPr lang="en-US" altLang="zh-CN" i="1">
                  <a:solidFill>
                    <a:srgbClr val="FF00FF"/>
                  </a:solidFill>
                </a:endParaRPr>
              </a:p>
            </p:txBody>
          </p:sp>
          <p:sp>
            <p:nvSpPr>
              <p:cNvPr id="37971" name="Line 83">
                <a:extLst>
                  <a:ext uri="{FF2B5EF4-FFF2-40B4-BE49-F238E27FC236}">
                    <a16:creationId xmlns:a16="http://schemas.microsoft.com/office/drawing/2014/main" id="{409599AC-E341-4E37-A23F-775DEDAEFE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31" y="1903"/>
                <a:ext cx="0" cy="179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 type="non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37972" name="Line 84">
                <a:extLst>
                  <a:ext uri="{FF2B5EF4-FFF2-40B4-BE49-F238E27FC236}">
                    <a16:creationId xmlns:a16="http://schemas.microsoft.com/office/drawing/2014/main" id="{C5E821FC-26E2-4A40-B6F4-9CC113A6E0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31" y="2178"/>
                <a:ext cx="0" cy="93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stealth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37973" name="AutoShape 85">
                <a:extLst>
                  <a:ext uri="{FF2B5EF4-FFF2-40B4-BE49-F238E27FC236}">
                    <a16:creationId xmlns:a16="http://schemas.microsoft.com/office/drawing/2014/main" id="{5C3D8502-F53F-4BFB-80AE-3A0882F936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4182" y="2324"/>
                <a:ext cx="793" cy="793"/>
              </a:xfrm>
              <a:prstGeom prst="triangle">
                <a:avLst>
                  <a:gd name="adj" fmla="val 50000"/>
                </a:avLst>
              </a:prstGeom>
              <a:noFill/>
              <a:ln w="28575">
                <a:solidFill>
                  <a:srgbClr val="FF00FF"/>
                </a:solidFill>
                <a:miter lim="800000"/>
                <a:headEnd/>
                <a:tailEnd type="non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37974" name="Line 86">
                <a:extLst>
                  <a:ext uri="{FF2B5EF4-FFF2-40B4-BE49-F238E27FC236}">
                    <a16:creationId xmlns:a16="http://schemas.microsoft.com/office/drawing/2014/main" id="{13C04B0D-FE31-4E60-B863-FAA2F3685E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86" y="2720"/>
                <a:ext cx="156" cy="31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non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37975" name="Line 87">
                <a:extLst>
                  <a:ext uri="{FF2B5EF4-FFF2-40B4-BE49-F238E27FC236}">
                    <a16:creationId xmlns:a16="http://schemas.microsoft.com/office/drawing/2014/main" id="{4C628966-432F-4A42-AE51-1D9C9B8C21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69" y="3103"/>
                <a:ext cx="156" cy="31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non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37976" name="Line 88">
                <a:extLst>
                  <a:ext uri="{FF2B5EF4-FFF2-40B4-BE49-F238E27FC236}">
                    <a16:creationId xmlns:a16="http://schemas.microsoft.com/office/drawing/2014/main" id="{670CA994-7642-46AA-8F3B-DBF76D3953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61" y="2905"/>
                <a:ext cx="817" cy="39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stealth" w="med" len="med"/>
                <a:tailEnd type="stealth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37977" name="Line 89">
                <a:extLst>
                  <a:ext uri="{FF2B5EF4-FFF2-40B4-BE49-F238E27FC236}">
                    <a16:creationId xmlns:a16="http://schemas.microsoft.com/office/drawing/2014/main" id="{F5100EF1-1AF1-40A4-8FB6-DABBE97197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594" y="2874"/>
                <a:ext cx="62" cy="31"/>
              </a:xfrm>
              <a:prstGeom prst="line">
                <a:avLst/>
              </a:prstGeom>
              <a:noFill/>
              <a:ln w="28575">
                <a:solidFill>
                  <a:srgbClr val="FF00FF"/>
                </a:solidFill>
                <a:round/>
                <a:headEnd/>
                <a:tailEnd type="stealth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37978" name="Line 90">
                <a:extLst>
                  <a:ext uri="{FF2B5EF4-FFF2-40B4-BE49-F238E27FC236}">
                    <a16:creationId xmlns:a16="http://schemas.microsoft.com/office/drawing/2014/main" id="{535CAB51-E9AB-46C1-80CC-91CF02FBD3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169" y="2555"/>
                <a:ext cx="0" cy="94"/>
              </a:xfrm>
              <a:prstGeom prst="line">
                <a:avLst/>
              </a:prstGeom>
              <a:noFill/>
              <a:ln w="28575">
                <a:solidFill>
                  <a:srgbClr val="FF00FF"/>
                </a:solidFill>
                <a:round/>
                <a:headEnd/>
                <a:tailEnd type="stealth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37979" name="Text Box 91">
                <a:extLst>
                  <a:ext uri="{FF2B5EF4-FFF2-40B4-BE49-F238E27FC236}">
                    <a16:creationId xmlns:a16="http://schemas.microsoft.com/office/drawing/2014/main" id="{26B08C17-90D8-4527-8CC1-9E7BF8FD9F6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97" y="2564"/>
                <a:ext cx="269" cy="3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 type="none" w="med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/>
                  <a:t>F</a:t>
                </a:r>
              </a:p>
            </p:txBody>
          </p:sp>
          <p:sp>
            <p:nvSpPr>
              <p:cNvPr id="37980" name="Text Box 92">
                <a:extLst>
                  <a:ext uri="{FF2B5EF4-FFF2-40B4-BE49-F238E27FC236}">
                    <a16:creationId xmlns:a16="http://schemas.microsoft.com/office/drawing/2014/main" id="{17CAEC9F-C204-494B-8DCB-633397F21A1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52" y="3039"/>
                <a:ext cx="269" cy="3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 type="none" w="med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/>
                  <a:t>C</a:t>
                </a:r>
              </a:p>
            </p:txBody>
          </p:sp>
          <p:sp>
            <p:nvSpPr>
              <p:cNvPr id="37981" name="Text Box 93">
                <a:extLst>
                  <a:ext uri="{FF2B5EF4-FFF2-40B4-BE49-F238E27FC236}">
                    <a16:creationId xmlns:a16="http://schemas.microsoft.com/office/drawing/2014/main" id="{E45C6DF0-5111-43C2-89D0-46E0651B7FD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14" y="2087"/>
                <a:ext cx="269" cy="3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 type="none" w="med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/>
                  <a:t>D</a:t>
                </a:r>
              </a:p>
            </p:txBody>
          </p:sp>
          <p:sp>
            <p:nvSpPr>
              <p:cNvPr id="37982" name="Text Box 94">
                <a:extLst>
                  <a:ext uri="{FF2B5EF4-FFF2-40B4-BE49-F238E27FC236}">
                    <a16:creationId xmlns:a16="http://schemas.microsoft.com/office/drawing/2014/main" id="{B14C0A9A-D6CD-4E95-8583-E687532ED78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93" y="3040"/>
                <a:ext cx="269" cy="3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 type="none" w="med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i="1"/>
                  <a:t>a</a:t>
                </a:r>
              </a:p>
            </p:txBody>
          </p:sp>
          <p:sp>
            <p:nvSpPr>
              <p:cNvPr id="37983" name="Text Box 95">
                <a:extLst>
                  <a:ext uri="{FF2B5EF4-FFF2-40B4-BE49-F238E27FC236}">
                    <a16:creationId xmlns:a16="http://schemas.microsoft.com/office/drawing/2014/main" id="{1C3148CD-AC83-4BD5-9AD6-D6EB2A59094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66" y="2963"/>
                <a:ext cx="269" cy="3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 type="none" w="med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i="1"/>
                  <a:t>b</a:t>
                </a:r>
              </a:p>
            </p:txBody>
          </p:sp>
          <p:sp>
            <p:nvSpPr>
              <p:cNvPr id="37984" name="Line 96">
                <a:extLst>
                  <a:ext uri="{FF2B5EF4-FFF2-40B4-BE49-F238E27FC236}">
                    <a16:creationId xmlns:a16="http://schemas.microsoft.com/office/drawing/2014/main" id="{EC31B789-AB65-40BF-9664-294EA78A80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20" y="3009"/>
                <a:ext cx="549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stealth" w="med" len="med"/>
                <a:tailEnd type="stealth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37985" name="Rectangle 97">
                <a:extLst>
                  <a:ext uri="{FF2B5EF4-FFF2-40B4-BE49-F238E27FC236}">
                    <a16:creationId xmlns:a16="http://schemas.microsoft.com/office/drawing/2014/main" id="{BE3814EE-D90F-4A32-AE6C-D5627E6A73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77" y="2122"/>
                <a:ext cx="270" cy="3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 type="none" w="med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CN" i="1"/>
                  <a:t>I</a:t>
                </a:r>
                <a:r>
                  <a:rPr lang="en-US" altLang="zh-CN" baseline="-25000"/>
                  <a:t>1</a:t>
                </a:r>
                <a:endParaRPr lang="en-US" altLang="zh-CN" i="1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7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7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79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7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7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79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7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1" grpId="0" build="p" autoUpdateAnimBg="0"/>
      <p:bldP spid="37931" grpId="0" build="p" autoUpdateAnimBg="0"/>
      <p:bldP spid="37933" grpId="0" build="p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917" name="Object 5">
            <a:extLst>
              <a:ext uri="{FF2B5EF4-FFF2-40B4-BE49-F238E27FC236}">
                <a16:creationId xmlns:a16="http://schemas.microsoft.com/office/drawing/2014/main" id="{A2D1FD00-42D1-4DA8-B659-698A751D7E4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64544" y="2015730"/>
          <a:ext cx="1490663" cy="3881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876240" imgH="228600" progId="Equation.3">
                  <p:embed/>
                </p:oleObj>
              </mc:Choice>
              <mc:Fallback>
                <p:oleObj name="公式" r:id="rId2" imgW="876240" imgH="228600" progId="Equation.3">
                  <p:embed/>
                  <p:pic>
                    <p:nvPicPr>
                      <p:cNvPr id="38917" name="Object 5">
                        <a:extLst>
                          <a:ext uri="{FF2B5EF4-FFF2-40B4-BE49-F238E27FC236}">
                            <a16:creationId xmlns:a16="http://schemas.microsoft.com/office/drawing/2014/main" id="{A2D1FD00-42D1-4DA8-B659-698A751D7E4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4544" y="2015730"/>
                        <a:ext cx="1490663" cy="38814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18" name="Object 6">
            <a:extLst>
              <a:ext uri="{FF2B5EF4-FFF2-40B4-BE49-F238E27FC236}">
                <a16:creationId xmlns:a16="http://schemas.microsoft.com/office/drawing/2014/main" id="{7956F8AE-6442-43CB-A9E9-9C626257A6C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27635" y="2726531"/>
          <a:ext cx="1252538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723600" imgH="215640" progId="Equation.3">
                  <p:embed/>
                </p:oleObj>
              </mc:Choice>
              <mc:Fallback>
                <p:oleObj name="公式" r:id="rId4" imgW="723600" imgH="215640" progId="Equation.3">
                  <p:embed/>
                  <p:pic>
                    <p:nvPicPr>
                      <p:cNvPr id="38918" name="Object 6">
                        <a:extLst>
                          <a:ext uri="{FF2B5EF4-FFF2-40B4-BE49-F238E27FC236}">
                            <a16:creationId xmlns:a16="http://schemas.microsoft.com/office/drawing/2014/main" id="{7956F8AE-6442-43CB-A9E9-9C626257A6C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7635" y="2726531"/>
                        <a:ext cx="1252538" cy="37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20" name="Text Box 8">
            <a:extLst>
              <a:ext uri="{FF2B5EF4-FFF2-40B4-BE49-F238E27FC236}">
                <a16:creationId xmlns:a16="http://schemas.microsoft.com/office/drawing/2014/main" id="{F598F50B-4DE6-479D-836E-769DF292E4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83544" y="1428750"/>
            <a:ext cx="1079142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zh-CN" sz="2100" b="1" dirty="0">
                <a:sym typeface="Monotype Sorts" pitchFamily="2" charset="2"/>
              </a:rPr>
              <a:t> DF</a:t>
            </a:r>
            <a:r>
              <a:rPr lang="zh-CN" altLang="en-US" sz="2100" b="1" dirty="0">
                <a:sym typeface="Monotype Sorts" pitchFamily="2" charset="2"/>
              </a:rPr>
              <a:t>边</a:t>
            </a:r>
            <a:endParaRPr lang="zh-CN" altLang="en-US" sz="2100" b="1" dirty="0"/>
          </a:p>
        </p:txBody>
      </p:sp>
      <p:graphicFrame>
        <p:nvGraphicFramePr>
          <p:cNvPr id="38921" name="Object 9">
            <a:extLst>
              <a:ext uri="{FF2B5EF4-FFF2-40B4-BE49-F238E27FC236}">
                <a16:creationId xmlns:a16="http://schemas.microsoft.com/office/drawing/2014/main" id="{95FF07CA-A8CF-4743-9409-F4C12A39201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05012" y="3921920"/>
          <a:ext cx="4414838" cy="10322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654280" imgH="622080" progId="Equation.3">
                  <p:embed/>
                </p:oleObj>
              </mc:Choice>
              <mc:Fallback>
                <p:oleObj name="公式" r:id="rId6" imgW="2654280" imgH="622080" progId="Equation.3">
                  <p:embed/>
                  <p:pic>
                    <p:nvPicPr>
                      <p:cNvPr id="38921" name="Object 9">
                        <a:extLst>
                          <a:ext uri="{FF2B5EF4-FFF2-40B4-BE49-F238E27FC236}">
                            <a16:creationId xmlns:a16="http://schemas.microsoft.com/office/drawing/2014/main" id="{95FF07CA-A8CF-4743-9409-F4C12A39201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5012" y="3921920"/>
                        <a:ext cx="4414838" cy="10322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22" name="Text Box 10">
            <a:extLst>
              <a:ext uri="{FF2B5EF4-FFF2-40B4-BE49-F238E27FC236}">
                <a16:creationId xmlns:a16="http://schemas.microsoft.com/office/drawing/2014/main" id="{5B3805BA-DA77-46F2-A93B-064C5B16F2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2392" y="5238750"/>
            <a:ext cx="3166251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zh-CN" altLang="en-US" sz="2100" b="1" dirty="0">
                <a:sym typeface="Monotype Sorts" pitchFamily="2" charset="2"/>
              </a:rPr>
              <a:t>方向：与水平方向成</a:t>
            </a:r>
            <a:r>
              <a:rPr lang="en-US" altLang="zh-CN" sz="2100" b="1" dirty="0">
                <a:sym typeface="Monotype Sorts" pitchFamily="2" charset="2"/>
              </a:rPr>
              <a:t>60°</a:t>
            </a:r>
            <a:endParaRPr lang="en-US" altLang="zh-CN" sz="2100" b="1" dirty="0"/>
          </a:p>
        </p:txBody>
      </p:sp>
      <p:graphicFrame>
        <p:nvGraphicFramePr>
          <p:cNvPr id="38923" name="Object 11">
            <a:extLst>
              <a:ext uri="{FF2B5EF4-FFF2-40B4-BE49-F238E27FC236}">
                <a16:creationId xmlns:a16="http://schemas.microsoft.com/office/drawing/2014/main" id="{1BD904C9-3D3A-4D46-8396-97CFAA59761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94347" y="3280173"/>
          <a:ext cx="3238500" cy="7119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904760" imgH="419040" progId="Equation.3">
                  <p:embed/>
                </p:oleObj>
              </mc:Choice>
              <mc:Fallback>
                <p:oleObj name="公式" r:id="rId8" imgW="1904760" imgH="419040" progId="Equation.3">
                  <p:embed/>
                  <p:pic>
                    <p:nvPicPr>
                      <p:cNvPr id="38923" name="Object 11">
                        <a:extLst>
                          <a:ext uri="{FF2B5EF4-FFF2-40B4-BE49-F238E27FC236}">
                            <a16:creationId xmlns:a16="http://schemas.microsoft.com/office/drawing/2014/main" id="{1BD904C9-3D3A-4D46-8396-97CFAA59761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4347" y="3280173"/>
                        <a:ext cx="3238500" cy="71199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8924" name="Group 12">
            <a:extLst>
              <a:ext uri="{FF2B5EF4-FFF2-40B4-BE49-F238E27FC236}">
                <a16:creationId xmlns:a16="http://schemas.microsoft.com/office/drawing/2014/main" id="{11819873-949A-4BEA-8D54-89084A9E2BE1}"/>
              </a:ext>
            </a:extLst>
          </p:cNvPr>
          <p:cNvGrpSpPr>
            <a:grpSpLocks/>
          </p:cNvGrpSpPr>
          <p:nvPr/>
        </p:nvGrpSpPr>
        <p:grpSpPr bwMode="auto">
          <a:xfrm>
            <a:off x="5780486" y="1415655"/>
            <a:ext cx="559594" cy="1439465"/>
            <a:chOff x="3709" y="1824"/>
            <a:chExt cx="470" cy="1209"/>
          </a:xfrm>
        </p:grpSpPr>
        <p:sp>
          <p:nvSpPr>
            <p:cNvPr id="38925" name="Line 13">
              <a:extLst>
                <a:ext uri="{FF2B5EF4-FFF2-40B4-BE49-F238E27FC236}">
                  <a16:creationId xmlns:a16="http://schemas.microsoft.com/office/drawing/2014/main" id="{B9D7A365-06E9-4864-9246-76897E3E8CB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86" y="2730"/>
              <a:ext cx="393" cy="0"/>
            </a:xfrm>
            <a:prstGeom prst="line">
              <a:avLst/>
            </a:prstGeom>
            <a:noFill/>
            <a:ln w="28575">
              <a:solidFill>
                <a:srgbClr val="3333FF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graphicFrame>
          <p:nvGraphicFramePr>
            <p:cNvPr id="38926" name="Object 14">
              <a:extLst>
                <a:ext uri="{FF2B5EF4-FFF2-40B4-BE49-F238E27FC236}">
                  <a16:creationId xmlns:a16="http://schemas.microsoft.com/office/drawing/2014/main" id="{E8B1C573-ECF2-482F-8D0A-EA70201BFB8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848" y="2741"/>
            <a:ext cx="323" cy="2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0" imgW="266400" imgH="241200" progId="Equation.3">
                    <p:embed/>
                  </p:oleObj>
                </mc:Choice>
                <mc:Fallback>
                  <p:oleObj name="公式" r:id="rId10" imgW="266400" imgH="241200" progId="Equation.3">
                    <p:embed/>
                    <p:pic>
                      <p:nvPicPr>
                        <p:cNvPr id="38926" name="Object 14">
                          <a:extLst>
                            <a:ext uri="{FF2B5EF4-FFF2-40B4-BE49-F238E27FC236}">
                              <a16:creationId xmlns:a16="http://schemas.microsoft.com/office/drawing/2014/main" id="{E8B1C573-ECF2-482F-8D0A-EA70201BFB8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8" y="2741"/>
                          <a:ext cx="323" cy="2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 type="none" w="med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27" name="Object 15">
              <a:extLst>
                <a:ext uri="{FF2B5EF4-FFF2-40B4-BE49-F238E27FC236}">
                  <a16:creationId xmlns:a16="http://schemas.microsoft.com/office/drawing/2014/main" id="{91E6FA5A-4B1D-47B6-8EED-488A5C992FF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709" y="1824"/>
            <a:ext cx="307" cy="2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2" imgW="291960" imgH="203040" progId="Equation.3">
                    <p:embed/>
                  </p:oleObj>
                </mc:Choice>
                <mc:Fallback>
                  <p:oleObj name="公式" r:id="rId12" imgW="291960" imgH="203040" progId="Equation.3">
                    <p:embed/>
                    <p:pic>
                      <p:nvPicPr>
                        <p:cNvPr id="38927" name="Object 15">
                          <a:extLst>
                            <a:ext uri="{FF2B5EF4-FFF2-40B4-BE49-F238E27FC236}">
                              <a16:creationId xmlns:a16="http://schemas.microsoft.com/office/drawing/2014/main" id="{91E6FA5A-4B1D-47B6-8EED-488A5C992FF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09" y="1824"/>
                          <a:ext cx="307" cy="2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8928" name="Group 16">
            <a:extLst>
              <a:ext uri="{FF2B5EF4-FFF2-40B4-BE49-F238E27FC236}">
                <a16:creationId xmlns:a16="http://schemas.microsoft.com/office/drawing/2014/main" id="{054424CC-85DC-4762-AD10-00780BB8FEB1}"/>
              </a:ext>
            </a:extLst>
          </p:cNvPr>
          <p:cNvGrpSpPr>
            <a:grpSpLocks/>
          </p:cNvGrpSpPr>
          <p:nvPr/>
        </p:nvGrpSpPr>
        <p:grpSpPr bwMode="auto">
          <a:xfrm>
            <a:off x="5385199" y="1509714"/>
            <a:ext cx="2249090" cy="2141935"/>
            <a:chOff x="3377" y="1903"/>
            <a:chExt cx="1889" cy="1799"/>
          </a:xfrm>
        </p:grpSpPr>
        <p:sp>
          <p:nvSpPr>
            <p:cNvPr id="38929" name="Rectangle 17">
              <a:extLst>
                <a:ext uri="{FF2B5EF4-FFF2-40B4-BE49-F238E27FC236}">
                  <a16:creationId xmlns:a16="http://schemas.microsoft.com/office/drawing/2014/main" id="{33EEBCDA-EA0F-4F90-8EA1-E2B2136B48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70" y="2764"/>
              <a:ext cx="270" cy="3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i="1">
                  <a:solidFill>
                    <a:srgbClr val="FF00FF"/>
                  </a:solidFill>
                </a:rPr>
                <a:t>I</a:t>
              </a:r>
              <a:r>
                <a:rPr lang="en-US" altLang="zh-CN" baseline="-25000">
                  <a:solidFill>
                    <a:srgbClr val="FF00FF"/>
                  </a:solidFill>
                </a:rPr>
                <a:t>2</a:t>
              </a:r>
              <a:endParaRPr lang="en-US" altLang="zh-CN" i="1">
                <a:solidFill>
                  <a:srgbClr val="FF00FF"/>
                </a:solidFill>
              </a:endParaRPr>
            </a:p>
          </p:txBody>
        </p:sp>
        <p:sp>
          <p:nvSpPr>
            <p:cNvPr id="38930" name="Line 18">
              <a:extLst>
                <a:ext uri="{FF2B5EF4-FFF2-40B4-BE49-F238E27FC236}">
                  <a16:creationId xmlns:a16="http://schemas.microsoft.com/office/drawing/2014/main" id="{D8C8072B-7FF1-42C4-9DFD-C7C5C4E9945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31" y="1903"/>
              <a:ext cx="0" cy="179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38931" name="Line 19">
              <a:extLst>
                <a:ext uri="{FF2B5EF4-FFF2-40B4-BE49-F238E27FC236}">
                  <a16:creationId xmlns:a16="http://schemas.microsoft.com/office/drawing/2014/main" id="{FC87C33A-446A-494E-9B99-9A3B52116F3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31" y="2178"/>
              <a:ext cx="0" cy="93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38932" name="AutoShape 20">
              <a:extLst>
                <a:ext uri="{FF2B5EF4-FFF2-40B4-BE49-F238E27FC236}">
                  <a16:creationId xmlns:a16="http://schemas.microsoft.com/office/drawing/2014/main" id="{6F899760-1A64-48F0-AF83-D12C247F4BE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182" y="2324"/>
              <a:ext cx="793" cy="793"/>
            </a:xfrm>
            <a:prstGeom prst="triangle">
              <a:avLst>
                <a:gd name="adj" fmla="val 50000"/>
              </a:avLst>
            </a:prstGeom>
            <a:noFill/>
            <a:ln w="28575">
              <a:solidFill>
                <a:srgbClr val="FF00FF"/>
              </a:solidFill>
              <a:miter lim="800000"/>
              <a:headEnd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38933" name="Line 21">
              <a:extLst>
                <a:ext uri="{FF2B5EF4-FFF2-40B4-BE49-F238E27FC236}">
                  <a16:creationId xmlns:a16="http://schemas.microsoft.com/office/drawing/2014/main" id="{5B2776B3-32AC-4ED5-B8DA-8F5FAF047A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86" y="2720"/>
              <a:ext cx="156" cy="31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38934" name="Line 22">
              <a:extLst>
                <a:ext uri="{FF2B5EF4-FFF2-40B4-BE49-F238E27FC236}">
                  <a16:creationId xmlns:a16="http://schemas.microsoft.com/office/drawing/2014/main" id="{5CD12898-74A6-4E97-9875-C7CCD62F40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69" y="3103"/>
              <a:ext cx="156" cy="31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38935" name="Line 23">
              <a:extLst>
                <a:ext uri="{FF2B5EF4-FFF2-40B4-BE49-F238E27FC236}">
                  <a16:creationId xmlns:a16="http://schemas.microsoft.com/office/drawing/2014/main" id="{C36F06E1-09F1-4267-8871-FF5BA7D7769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61" y="2905"/>
              <a:ext cx="817" cy="39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stealth" w="med" len="med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38936" name="Line 24">
              <a:extLst>
                <a:ext uri="{FF2B5EF4-FFF2-40B4-BE49-F238E27FC236}">
                  <a16:creationId xmlns:a16="http://schemas.microsoft.com/office/drawing/2014/main" id="{3A04594E-8CF0-495E-B7A6-6483948A265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94" y="2874"/>
              <a:ext cx="62" cy="31"/>
            </a:xfrm>
            <a:prstGeom prst="line">
              <a:avLst/>
            </a:prstGeom>
            <a:noFill/>
            <a:ln w="28575">
              <a:solidFill>
                <a:srgbClr val="FF00FF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38937" name="Line 25">
              <a:extLst>
                <a:ext uri="{FF2B5EF4-FFF2-40B4-BE49-F238E27FC236}">
                  <a16:creationId xmlns:a16="http://schemas.microsoft.com/office/drawing/2014/main" id="{1CDFC5F4-37CA-4EC9-A6CE-786F1594066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69" y="2555"/>
              <a:ext cx="0" cy="94"/>
            </a:xfrm>
            <a:prstGeom prst="line">
              <a:avLst/>
            </a:prstGeom>
            <a:noFill/>
            <a:ln w="28575">
              <a:solidFill>
                <a:srgbClr val="FF00FF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38938" name="Text Box 26">
              <a:extLst>
                <a:ext uri="{FF2B5EF4-FFF2-40B4-BE49-F238E27FC236}">
                  <a16:creationId xmlns:a16="http://schemas.microsoft.com/office/drawing/2014/main" id="{CC64D84C-4586-4563-B08D-03AA9E9333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97" y="2564"/>
              <a:ext cx="269" cy="3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/>
                <a:t>F</a:t>
              </a:r>
            </a:p>
          </p:txBody>
        </p:sp>
        <p:sp>
          <p:nvSpPr>
            <p:cNvPr id="38939" name="Text Box 27">
              <a:extLst>
                <a:ext uri="{FF2B5EF4-FFF2-40B4-BE49-F238E27FC236}">
                  <a16:creationId xmlns:a16="http://schemas.microsoft.com/office/drawing/2014/main" id="{63FA6812-FC7C-4F70-AA21-6C67CC750B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52" y="3039"/>
              <a:ext cx="269" cy="3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/>
                <a:t>C</a:t>
              </a:r>
            </a:p>
          </p:txBody>
        </p:sp>
        <p:sp>
          <p:nvSpPr>
            <p:cNvPr id="38940" name="Text Box 28">
              <a:extLst>
                <a:ext uri="{FF2B5EF4-FFF2-40B4-BE49-F238E27FC236}">
                  <a16:creationId xmlns:a16="http://schemas.microsoft.com/office/drawing/2014/main" id="{4B84086B-5B57-4325-80F8-D71931F7E0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14" y="2087"/>
              <a:ext cx="269" cy="3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/>
                <a:t>D</a:t>
              </a:r>
            </a:p>
          </p:txBody>
        </p:sp>
        <p:sp>
          <p:nvSpPr>
            <p:cNvPr id="38941" name="Text Box 29">
              <a:extLst>
                <a:ext uri="{FF2B5EF4-FFF2-40B4-BE49-F238E27FC236}">
                  <a16:creationId xmlns:a16="http://schemas.microsoft.com/office/drawing/2014/main" id="{492261D3-75FE-44D0-893A-891A2A7F6F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93" y="3040"/>
              <a:ext cx="269" cy="3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i="1"/>
                <a:t>a</a:t>
              </a:r>
            </a:p>
          </p:txBody>
        </p:sp>
        <p:sp>
          <p:nvSpPr>
            <p:cNvPr id="38942" name="Text Box 30">
              <a:extLst>
                <a:ext uri="{FF2B5EF4-FFF2-40B4-BE49-F238E27FC236}">
                  <a16:creationId xmlns:a16="http://schemas.microsoft.com/office/drawing/2014/main" id="{17FB0E9A-29A4-4FF7-98D6-B8CDF8B077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66" y="2963"/>
              <a:ext cx="269" cy="3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i="1"/>
                <a:t>b</a:t>
              </a:r>
            </a:p>
          </p:txBody>
        </p:sp>
        <p:sp>
          <p:nvSpPr>
            <p:cNvPr id="38943" name="Line 31">
              <a:extLst>
                <a:ext uri="{FF2B5EF4-FFF2-40B4-BE49-F238E27FC236}">
                  <a16:creationId xmlns:a16="http://schemas.microsoft.com/office/drawing/2014/main" id="{05F67BCD-6C0C-46F0-83BF-9BF5DB5D83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20" y="3009"/>
              <a:ext cx="54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stealth" w="med" len="med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38944" name="Rectangle 32">
              <a:extLst>
                <a:ext uri="{FF2B5EF4-FFF2-40B4-BE49-F238E27FC236}">
                  <a16:creationId xmlns:a16="http://schemas.microsoft.com/office/drawing/2014/main" id="{EE99DA98-3CEB-472B-B456-47935F67B2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77" y="2122"/>
              <a:ext cx="270" cy="3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i="1"/>
                <a:t>I</a:t>
              </a:r>
              <a:r>
                <a:rPr lang="en-US" altLang="zh-CN" baseline="-25000"/>
                <a:t>1</a:t>
              </a:r>
              <a:endParaRPr lang="en-US" altLang="zh-CN" i="1"/>
            </a:p>
          </p:txBody>
        </p:sp>
      </p:grpSp>
      <p:grpSp>
        <p:nvGrpSpPr>
          <p:cNvPr id="38945" name="Group 33">
            <a:extLst>
              <a:ext uri="{FF2B5EF4-FFF2-40B4-BE49-F238E27FC236}">
                <a16:creationId xmlns:a16="http://schemas.microsoft.com/office/drawing/2014/main" id="{C6C43407-D82A-4B04-99B4-D9FCF7806F63}"/>
              </a:ext>
            </a:extLst>
          </p:cNvPr>
          <p:cNvGrpSpPr>
            <a:grpSpLocks/>
          </p:cNvGrpSpPr>
          <p:nvPr/>
        </p:nvGrpSpPr>
        <p:grpSpPr bwMode="auto">
          <a:xfrm>
            <a:off x="5687617" y="1526383"/>
            <a:ext cx="1497806" cy="1092994"/>
            <a:chOff x="3631" y="1917"/>
            <a:chExt cx="1258" cy="918"/>
          </a:xfrm>
        </p:grpSpPr>
        <p:sp>
          <p:nvSpPr>
            <p:cNvPr id="38946" name="Line 34">
              <a:extLst>
                <a:ext uri="{FF2B5EF4-FFF2-40B4-BE49-F238E27FC236}">
                  <a16:creationId xmlns:a16="http://schemas.microsoft.com/office/drawing/2014/main" id="{B432C297-A5E0-4C69-92D3-FEAFA60E2F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0" y="2440"/>
              <a:ext cx="295" cy="16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38947" name="Line 35">
              <a:extLst>
                <a:ext uri="{FF2B5EF4-FFF2-40B4-BE49-F238E27FC236}">
                  <a16:creationId xmlns:a16="http://schemas.microsoft.com/office/drawing/2014/main" id="{A20B9EAF-748A-4C7D-88E8-7F0A5C5E45B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4351" y="2191"/>
              <a:ext cx="334" cy="181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38948" name="Line 36">
              <a:extLst>
                <a:ext uri="{FF2B5EF4-FFF2-40B4-BE49-F238E27FC236}">
                  <a16:creationId xmlns:a16="http://schemas.microsoft.com/office/drawing/2014/main" id="{69AABCE7-D93E-490C-9677-40D0C428F5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31" y="2462"/>
              <a:ext cx="807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dash"/>
              <a:round/>
              <a:headEnd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38949" name="Line 37">
              <a:extLst>
                <a:ext uri="{FF2B5EF4-FFF2-40B4-BE49-F238E27FC236}">
                  <a16:creationId xmlns:a16="http://schemas.microsoft.com/office/drawing/2014/main" id="{3FE5683B-A67F-4356-AEE4-AA9CCCF192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31" y="2587"/>
              <a:ext cx="818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dash"/>
              <a:round/>
              <a:headEnd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38950" name="Line 38">
              <a:extLst>
                <a:ext uri="{FF2B5EF4-FFF2-40B4-BE49-F238E27FC236}">
                  <a16:creationId xmlns:a16="http://schemas.microsoft.com/office/drawing/2014/main" id="{A4BC0F4C-CA1B-4CA8-914C-2E5D4A9DC1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38" y="2441"/>
              <a:ext cx="0" cy="155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graphicFrame>
          <p:nvGraphicFramePr>
            <p:cNvPr id="38951" name="Object 39">
              <a:extLst>
                <a:ext uri="{FF2B5EF4-FFF2-40B4-BE49-F238E27FC236}">
                  <a16:creationId xmlns:a16="http://schemas.microsoft.com/office/drawing/2014/main" id="{E382224C-8A0B-435C-9E11-1A418B1CAA0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577" y="1917"/>
            <a:ext cx="289" cy="2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4" imgW="228600" imgH="203040" progId="Equation.3">
                    <p:embed/>
                  </p:oleObj>
                </mc:Choice>
                <mc:Fallback>
                  <p:oleObj name="公式" r:id="rId14" imgW="228600" imgH="203040" progId="Equation.3">
                    <p:embed/>
                    <p:pic>
                      <p:nvPicPr>
                        <p:cNvPr id="38951" name="Object 39">
                          <a:extLst>
                            <a:ext uri="{FF2B5EF4-FFF2-40B4-BE49-F238E27FC236}">
                              <a16:creationId xmlns:a16="http://schemas.microsoft.com/office/drawing/2014/main" id="{E382224C-8A0B-435C-9E11-1A418B1CAA0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77" y="1917"/>
                          <a:ext cx="289" cy="2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 type="none" w="med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52" name="Object 40">
              <a:extLst>
                <a:ext uri="{FF2B5EF4-FFF2-40B4-BE49-F238E27FC236}">
                  <a16:creationId xmlns:a16="http://schemas.microsoft.com/office/drawing/2014/main" id="{ED3391BC-C739-47A0-8146-9ACB72748E1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589" y="2279"/>
            <a:ext cx="300" cy="2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6" imgW="520560" imgH="368280" progId="Equation.3">
                    <p:embed/>
                  </p:oleObj>
                </mc:Choice>
                <mc:Fallback>
                  <p:oleObj name="公式" r:id="rId16" imgW="520560" imgH="368280" progId="Equation.3">
                    <p:embed/>
                    <p:pic>
                      <p:nvPicPr>
                        <p:cNvPr id="38952" name="Object 40">
                          <a:extLst>
                            <a:ext uri="{FF2B5EF4-FFF2-40B4-BE49-F238E27FC236}">
                              <a16:creationId xmlns:a16="http://schemas.microsoft.com/office/drawing/2014/main" id="{ED3391BC-C739-47A0-8146-9ACB72748E1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89" y="2279"/>
                          <a:ext cx="300" cy="2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 type="none" w="med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8953" name="Rectangle 41">
              <a:extLst>
                <a:ext uri="{FF2B5EF4-FFF2-40B4-BE49-F238E27FC236}">
                  <a16:creationId xmlns:a16="http://schemas.microsoft.com/office/drawing/2014/main" id="{F9E1F6C4-BF79-4E9F-90B9-6CA4212814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01" y="2194"/>
              <a:ext cx="239" cy="3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i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38954" name="Rectangle 42">
              <a:extLst>
                <a:ext uri="{FF2B5EF4-FFF2-40B4-BE49-F238E27FC236}">
                  <a16:creationId xmlns:a16="http://schemas.microsoft.com/office/drawing/2014/main" id="{23350961-F9F6-4BAF-B763-E4F1A547CD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9" y="2525"/>
              <a:ext cx="341" cy="3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>
                  <a:solidFill>
                    <a:srgbClr val="FF0000"/>
                  </a:solidFill>
                </a:rPr>
                <a:t>d</a:t>
              </a:r>
              <a:r>
                <a:rPr lang="en-US" altLang="zh-CN" i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38955" name="Rectangle 43">
              <a:extLst>
                <a:ext uri="{FF2B5EF4-FFF2-40B4-BE49-F238E27FC236}">
                  <a16:creationId xmlns:a16="http://schemas.microsoft.com/office/drawing/2014/main" id="{0A0EC111-7298-41C5-91FB-AB307985E4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7" y="2384"/>
              <a:ext cx="461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500" i="1">
                  <a:solidFill>
                    <a:srgbClr val="FF0000"/>
                  </a:solidFill>
                </a:rPr>
                <a:t>x+</a:t>
              </a:r>
              <a:r>
                <a:rPr lang="en-US" altLang="zh-CN" sz="1500">
                  <a:solidFill>
                    <a:srgbClr val="FF0000"/>
                  </a:solidFill>
                </a:rPr>
                <a:t>d</a:t>
              </a:r>
              <a:r>
                <a:rPr lang="en-US" altLang="zh-CN" sz="1500" i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38956" name="Line 44">
              <a:extLst>
                <a:ext uri="{FF2B5EF4-FFF2-40B4-BE49-F238E27FC236}">
                  <a16:creationId xmlns:a16="http://schemas.microsoft.com/office/drawing/2014/main" id="{9E124E5F-11F7-4199-A410-BE518F84BE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37" y="2462"/>
              <a:ext cx="0" cy="145"/>
            </a:xfrm>
            <a:prstGeom prst="line">
              <a:avLst/>
            </a:prstGeom>
            <a:noFill/>
            <a:ln w="57150">
              <a:solidFill>
                <a:srgbClr val="008000"/>
              </a:solidFill>
              <a:round/>
              <a:headEnd type="none" w="med" len="lg"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38957" name="Line 45">
              <a:extLst>
                <a:ext uri="{FF2B5EF4-FFF2-40B4-BE49-F238E27FC236}">
                  <a16:creationId xmlns:a16="http://schemas.microsoft.com/office/drawing/2014/main" id="{5BCBA131-F872-402C-92A8-70E829AAA0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38" y="2586"/>
              <a:ext cx="207" cy="0"/>
            </a:xfrm>
            <a:prstGeom prst="line">
              <a:avLst/>
            </a:prstGeom>
            <a:noFill/>
            <a:ln w="57150">
              <a:solidFill>
                <a:srgbClr val="008000"/>
              </a:solidFill>
              <a:round/>
              <a:headEnd type="none" w="med" len="lg"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89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8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8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8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8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8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89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20" grpId="0" build="p" autoUpdateAnimBg="0"/>
      <p:bldP spid="38922" grpId="0" build="p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9938" name="Object 2">
            <a:extLst>
              <a:ext uri="{FF2B5EF4-FFF2-40B4-BE49-F238E27FC236}">
                <a16:creationId xmlns:a16="http://schemas.microsoft.com/office/drawing/2014/main" id="{5DBA1614-B417-45BC-8593-F717342E326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34855" y="1603774"/>
          <a:ext cx="3307556" cy="10691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917360" imgH="622080" progId="Equation.3">
                  <p:embed/>
                </p:oleObj>
              </mc:Choice>
              <mc:Fallback>
                <p:oleObj name="公式" r:id="rId2" imgW="1917360" imgH="622080" progId="Equation.3">
                  <p:embed/>
                  <p:pic>
                    <p:nvPicPr>
                      <p:cNvPr id="39938" name="Object 2">
                        <a:extLst>
                          <a:ext uri="{FF2B5EF4-FFF2-40B4-BE49-F238E27FC236}">
                            <a16:creationId xmlns:a16="http://schemas.microsoft.com/office/drawing/2014/main" id="{5DBA1614-B417-45BC-8593-F717342E326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4855" y="1603774"/>
                        <a:ext cx="3307556" cy="106918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39" name="Text Box 3">
            <a:extLst>
              <a:ext uri="{FF2B5EF4-FFF2-40B4-BE49-F238E27FC236}">
                <a16:creationId xmlns:a16="http://schemas.microsoft.com/office/drawing/2014/main" id="{F115AF4D-7687-4E40-A7A6-4AFDA8C950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39517" y="1340644"/>
            <a:ext cx="1049903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zh-CN" sz="2100" b="1" dirty="0">
                <a:sym typeface="Monotype Sorts" pitchFamily="2" charset="2"/>
              </a:rPr>
              <a:t> FC</a:t>
            </a:r>
            <a:r>
              <a:rPr lang="zh-CN" altLang="en-US" sz="2100" b="1" dirty="0">
                <a:sym typeface="Monotype Sorts" pitchFamily="2" charset="2"/>
              </a:rPr>
              <a:t>边</a:t>
            </a:r>
            <a:endParaRPr lang="zh-CN" altLang="en-US" sz="2100" b="1" dirty="0"/>
          </a:p>
        </p:txBody>
      </p:sp>
      <p:sp>
        <p:nvSpPr>
          <p:cNvPr id="39940" name="Text Box 4">
            <a:extLst>
              <a:ext uri="{FF2B5EF4-FFF2-40B4-BE49-F238E27FC236}">
                <a16:creationId xmlns:a16="http://schemas.microsoft.com/office/drawing/2014/main" id="{FE86CC5E-538E-4F84-934A-F6776EC8E9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8350" y="2795587"/>
            <a:ext cx="3286477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zh-CN" altLang="en-US" sz="2100" dirty="0">
                <a:sym typeface="Monotype Sorts" pitchFamily="2" charset="2"/>
              </a:rPr>
              <a:t>方向：与水平方向成</a:t>
            </a:r>
            <a:r>
              <a:rPr lang="en-US" altLang="zh-CN" sz="2100" dirty="0">
                <a:sym typeface="Monotype Sorts" pitchFamily="2" charset="2"/>
              </a:rPr>
              <a:t>240°</a:t>
            </a:r>
            <a:endParaRPr lang="en-US" altLang="zh-CN" sz="2100" dirty="0"/>
          </a:p>
        </p:txBody>
      </p:sp>
      <p:sp>
        <p:nvSpPr>
          <p:cNvPr id="39941" name="Text Box 5">
            <a:extLst>
              <a:ext uri="{FF2B5EF4-FFF2-40B4-BE49-F238E27FC236}">
                <a16:creationId xmlns:a16="http://schemas.microsoft.com/office/drawing/2014/main" id="{1DF5AA0A-ACD3-495B-8C4B-6B38C5CDCF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8351" y="3306366"/>
            <a:ext cx="2989660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zh-CN" altLang="en-US" sz="2100" b="1" dirty="0">
                <a:solidFill>
                  <a:srgbClr val="3333FF"/>
                </a:solidFill>
                <a:sym typeface="Monotype Sorts" pitchFamily="2" charset="2"/>
              </a:rPr>
              <a:t>整个线框所受的合力：</a:t>
            </a:r>
            <a:endParaRPr lang="zh-CN" altLang="en-US" sz="2100" b="1" dirty="0">
              <a:solidFill>
                <a:srgbClr val="3333FF"/>
              </a:solidFill>
            </a:endParaRPr>
          </a:p>
        </p:txBody>
      </p:sp>
      <p:graphicFrame>
        <p:nvGraphicFramePr>
          <p:cNvPr id="39942" name="Object 6">
            <a:extLst>
              <a:ext uri="{FF2B5EF4-FFF2-40B4-BE49-F238E27FC236}">
                <a16:creationId xmlns:a16="http://schemas.microsoft.com/office/drawing/2014/main" id="{C5DCA7AE-5279-4F82-BE14-5B463319E9F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13448" y="3818336"/>
          <a:ext cx="2653903" cy="4071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562040" imgH="241200" progId="Equation.3">
                  <p:embed/>
                </p:oleObj>
              </mc:Choice>
              <mc:Fallback>
                <p:oleObj name="公式" r:id="rId4" imgW="1562040" imgH="241200" progId="Equation.3">
                  <p:embed/>
                  <p:pic>
                    <p:nvPicPr>
                      <p:cNvPr id="39942" name="Object 6">
                        <a:extLst>
                          <a:ext uri="{FF2B5EF4-FFF2-40B4-BE49-F238E27FC236}">
                            <a16:creationId xmlns:a16="http://schemas.microsoft.com/office/drawing/2014/main" id="{C5DCA7AE-5279-4F82-BE14-5B463319E9F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3448" y="3818336"/>
                        <a:ext cx="2653903" cy="40719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3" name="Object 7">
            <a:extLst>
              <a:ext uri="{FF2B5EF4-FFF2-40B4-BE49-F238E27FC236}">
                <a16:creationId xmlns:a16="http://schemas.microsoft.com/office/drawing/2014/main" id="{41744DCA-4FFE-4054-BC1A-E75084E6ECA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14675" y="4311253"/>
          <a:ext cx="3519488" cy="1423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070000" imgH="838080" progId="Equation.3">
                  <p:embed/>
                </p:oleObj>
              </mc:Choice>
              <mc:Fallback>
                <p:oleObj name="公式" r:id="rId6" imgW="2070000" imgH="838080" progId="Equation.3">
                  <p:embed/>
                  <p:pic>
                    <p:nvPicPr>
                      <p:cNvPr id="39943" name="Object 7">
                        <a:extLst>
                          <a:ext uri="{FF2B5EF4-FFF2-40B4-BE49-F238E27FC236}">
                            <a16:creationId xmlns:a16="http://schemas.microsoft.com/office/drawing/2014/main" id="{41744DCA-4FFE-4054-BC1A-E75084E6ECA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4675" y="4311253"/>
                        <a:ext cx="3519488" cy="1423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99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99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9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9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40" grpId="0" build="p" autoUpdateAnimBg="0"/>
      <p:bldP spid="39941" grpId="0" build="p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 Box 2">
            <a:extLst>
              <a:ext uri="{FF2B5EF4-FFF2-40B4-BE49-F238E27FC236}">
                <a16:creationId xmlns:a16="http://schemas.microsoft.com/office/drawing/2014/main" id="{81A31867-2625-4AFE-A534-144F63E5A3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385" y="1191079"/>
            <a:ext cx="5199889" cy="2249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en-US" altLang="zh-CN" sz="2400" b="1" dirty="0">
                <a:solidFill>
                  <a:srgbClr val="CC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24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8  </a:t>
            </a:r>
            <a:r>
              <a:rPr kumimoji="1" lang="zh-CN" altLang="en-US" sz="2400" b="1" dirty="0">
                <a:latin typeface="宋体" panose="02010600030101010101" pitchFamily="2" charset="-122"/>
              </a:rPr>
              <a:t>有一无限长通电的扁平铜片，宽度为</a:t>
            </a:r>
            <a:r>
              <a:rPr kumimoji="1" lang="en-US" altLang="zh-CN" sz="2400" i="1" dirty="0">
                <a:latin typeface="Times New Roman" panose="02020603050405020304" pitchFamily="18" charset="0"/>
              </a:rPr>
              <a:t>a</a:t>
            </a:r>
            <a:r>
              <a:rPr kumimoji="1" lang="zh-CN" altLang="en-US" sz="2400" b="1" dirty="0">
                <a:latin typeface="宋体" panose="02010600030101010101" pitchFamily="2" charset="-122"/>
              </a:rPr>
              <a:t>，厚度不计，电流</a:t>
            </a:r>
            <a:r>
              <a:rPr kumimoji="1" lang="en-US" altLang="zh-CN" sz="2400" i="1" dirty="0">
                <a:latin typeface="Times New Roman" panose="02020603050405020304" pitchFamily="18" charset="0"/>
              </a:rPr>
              <a:t>I</a:t>
            </a:r>
            <a:r>
              <a:rPr kumimoji="1" lang="zh-CN" altLang="en-US" sz="2400" b="1" dirty="0">
                <a:latin typeface="宋体" panose="02010600030101010101" pitchFamily="2" charset="-122"/>
              </a:rPr>
              <a:t>在铜片上均匀分布，求铜片外与铜片共面、离铜片边缘为</a:t>
            </a:r>
            <a:r>
              <a:rPr kumimoji="1" lang="en-US" altLang="zh-CN" sz="2400" i="1" dirty="0">
                <a:latin typeface="Times New Roman" panose="02020603050405020304" pitchFamily="18" charset="0"/>
              </a:rPr>
              <a:t>b</a:t>
            </a:r>
            <a:r>
              <a:rPr kumimoji="1" lang="zh-CN" altLang="en-US" sz="2400" b="1" dirty="0">
                <a:latin typeface="宋体" panose="02010600030101010101" pitchFamily="2" charset="-122"/>
              </a:rPr>
              <a:t>的点</a:t>
            </a:r>
            <a:r>
              <a:rPr kumimoji="1" lang="en-US" altLang="zh-CN" sz="2400" dirty="0">
                <a:latin typeface="Times New Roman" panose="02020603050405020304" pitchFamily="18" charset="0"/>
              </a:rPr>
              <a:t>P</a:t>
            </a:r>
            <a:r>
              <a:rPr kumimoji="1" lang="zh-CN" altLang="en-US" sz="2400" b="1" dirty="0">
                <a:latin typeface="宋体" panose="02010600030101010101" pitchFamily="2" charset="-122"/>
              </a:rPr>
              <a:t>（如图）的磁感应强度</a:t>
            </a:r>
            <a:r>
              <a:rPr kumimoji="1" lang="en-US" altLang="zh-CN" sz="2400" b="1" dirty="0">
                <a:latin typeface="宋体" panose="02010600030101010101" pitchFamily="2" charset="-122"/>
              </a:rPr>
              <a:t>.</a:t>
            </a:r>
          </a:p>
        </p:txBody>
      </p:sp>
      <p:grpSp>
        <p:nvGrpSpPr>
          <p:cNvPr id="22583" name="Group 55">
            <a:extLst>
              <a:ext uri="{FF2B5EF4-FFF2-40B4-BE49-F238E27FC236}">
                <a16:creationId xmlns:a16="http://schemas.microsoft.com/office/drawing/2014/main" id="{DFCC7E18-E877-4CDB-9151-B1A0AED35D97}"/>
              </a:ext>
            </a:extLst>
          </p:cNvPr>
          <p:cNvGrpSpPr>
            <a:grpSpLocks/>
          </p:cNvGrpSpPr>
          <p:nvPr/>
        </p:nvGrpSpPr>
        <p:grpSpPr bwMode="auto">
          <a:xfrm>
            <a:off x="6207702" y="1290748"/>
            <a:ext cx="2239566" cy="3888581"/>
            <a:chOff x="3288" y="527"/>
            <a:chExt cx="1881" cy="3266"/>
          </a:xfrm>
        </p:grpSpPr>
        <p:sp>
          <p:nvSpPr>
            <p:cNvPr id="22562" name="Rectangle 34">
              <a:extLst>
                <a:ext uri="{FF2B5EF4-FFF2-40B4-BE49-F238E27FC236}">
                  <a16:creationId xmlns:a16="http://schemas.microsoft.com/office/drawing/2014/main" id="{8AEAFDA1-5D26-4B3D-B4A8-8A18FC3394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6" y="1605"/>
              <a:ext cx="313" cy="3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b="1">
                  <a:latin typeface="Times New Roman" panose="02020603050405020304" pitchFamily="18" charset="0"/>
                </a:rPr>
                <a:t>P</a:t>
              </a:r>
            </a:p>
          </p:txBody>
        </p:sp>
        <p:sp>
          <p:nvSpPr>
            <p:cNvPr id="22564" name="Rectangle 36">
              <a:extLst>
                <a:ext uri="{FF2B5EF4-FFF2-40B4-BE49-F238E27FC236}">
                  <a16:creationId xmlns:a16="http://schemas.microsoft.com/office/drawing/2014/main" id="{139EF1AC-7506-4B09-A527-A0423A07F1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3147"/>
              <a:ext cx="284" cy="3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b="1" i="1"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22565" name="Rectangle 37">
              <a:extLst>
                <a:ext uri="{FF2B5EF4-FFF2-40B4-BE49-F238E27FC236}">
                  <a16:creationId xmlns:a16="http://schemas.microsoft.com/office/drawing/2014/main" id="{357D2C40-BBB4-4AC6-A3D5-0ACE68F4EA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0" y="799"/>
              <a:ext cx="998" cy="2404"/>
            </a:xfrm>
            <a:prstGeom prst="rect">
              <a:avLst/>
            </a:prstGeom>
            <a:gradFill rotWithShape="1">
              <a:gsLst>
                <a:gs pos="0">
                  <a:schemeClr val="bg1"/>
                </a:gs>
                <a:gs pos="50000">
                  <a:srgbClr val="FF9900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ffectLst>
              <a:outerShdw dist="107763" dir="2700000" algn="ctr" rotWithShape="0">
                <a:srgbClr val="808080">
                  <a:alpha val="50000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2566" name="Line 38">
              <a:extLst>
                <a:ext uri="{FF2B5EF4-FFF2-40B4-BE49-F238E27FC236}">
                  <a16:creationId xmlns:a16="http://schemas.microsoft.com/office/drawing/2014/main" id="{29551F16-F9D9-4903-8CAE-FBF12B60D2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70" y="3203"/>
              <a:ext cx="0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2567" name="Line 39">
              <a:extLst>
                <a:ext uri="{FF2B5EF4-FFF2-40B4-BE49-F238E27FC236}">
                  <a16:creationId xmlns:a16="http://schemas.microsoft.com/office/drawing/2014/main" id="{2EFFC71D-53D1-443C-BE1E-B88944DCFF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8" y="3203"/>
              <a:ext cx="0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2568" name="Line 40">
              <a:extLst>
                <a:ext uri="{FF2B5EF4-FFF2-40B4-BE49-F238E27FC236}">
                  <a16:creationId xmlns:a16="http://schemas.microsoft.com/office/drawing/2014/main" id="{135015E9-A896-45FA-ACE7-6147ED2A0A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60" y="3339"/>
              <a:ext cx="408" cy="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2569" name="Line 41">
              <a:extLst>
                <a:ext uri="{FF2B5EF4-FFF2-40B4-BE49-F238E27FC236}">
                  <a16:creationId xmlns:a16="http://schemas.microsoft.com/office/drawing/2014/main" id="{255D69BE-4574-4A65-9AB9-07A22C2E064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70" y="3337"/>
              <a:ext cx="408" cy="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2570" name="Line 42">
              <a:extLst>
                <a:ext uri="{FF2B5EF4-FFF2-40B4-BE49-F238E27FC236}">
                  <a16:creationId xmlns:a16="http://schemas.microsoft.com/office/drawing/2014/main" id="{61A6BEBC-4599-49A7-9DF5-9E8822BBE8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8" y="2069"/>
              <a:ext cx="49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2571" name="Oval 43">
              <a:extLst>
                <a:ext uri="{FF2B5EF4-FFF2-40B4-BE49-F238E27FC236}">
                  <a16:creationId xmlns:a16="http://schemas.microsoft.com/office/drawing/2014/main" id="{1C493276-79ED-49AC-90FC-A2104FC340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7" y="1979"/>
              <a:ext cx="45" cy="182"/>
            </a:xfrm>
            <a:prstGeom prst="ellipse">
              <a:avLst/>
            </a:prstGeom>
            <a:gradFill rotWithShape="1">
              <a:gsLst>
                <a:gs pos="0">
                  <a:srgbClr val="FF9900">
                    <a:gamma/>
                    <a:shade val="46275"/>
                    <a:invGamma/>
                  </a:srgbClr>
                </a:gs>
                <a:gs pos="100000">
                  <a:srgbClr val="FF99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2572" name="Rectangle 44">
              <a:extLst>
                <a:ext uri="{FF2B5EF4-FFF2-40B4-BE49-F238E27FC236}">
                  <a16:creationId xmlns:a16="http://schemas.microsoft.com/office/drawing/2014/main" id="{E509E05B-E6C6-4644-94E5-4CF9668DF8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1" y="1888"/>
              <a:ext cx="256" cy="3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400" b="1" i="1">
                  <a:solidFill>
                    <a:srgbClr val="00FFFF"/>
                  </a:solidFill>
                  <a:latin typeface="Times New Roman" panose="02020603050405020304" pitchFamily="18" charset="0"/>
                </a:rPr>
                <a:t>I</a:t>
              </a:r>
            </a:p>
          </p:txBody>
        </p:sp>
        <p:sp>
          <p:nvSpPr>
            <p:cNvPr id="22573" name="Rectangle 45">
              <a:extLst>
                <a:ext uri="{FF2B5EF4-FFF2-40B4-BE49-F238E27FC236}">
                  <a16:creationId xmlns:a16="http://schemas.microsoft.com/office/drawing/2014/main" id="{4CC9C23D-9144-4BFD-ABAA-D32848FC4A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8" y="527"/>
              <a:ext cx="1860" cy="326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2574" name="Rectangle 46">
              <a:extLst>
                <a:ext uri="{FF2B5EF4-FFF2-40B4-BE49-F238E27FC236}">
                  <a16:creationId xmlns:a16="http://schemas.microsoft.com/office/drawing/2014/main" id="{4A9F6383-E193-4BD6-AC58-F21E390A3B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4" y="2022"/>
              <a:ext cx="284" cy="3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400" b="1" i="1"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22581" name="AutoShape 53">
              <a:extLst>
                <a:ext uri="{FF2B5EF4-FFF2-40B4-BE49-F238E27FC236}">
                  <a16:creationId xmlns:a16="http://schemas.microsoft.com/office/drawing/2014/main" id="{ADFE0F9E-420D-45E9-AB5B-F90A5DB980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42" y="1706"/>
              <a:ext cx="96" cy="720"/>
            </a:xfrm>
            <a:prstGeom prst="upArrow">
              <a:avLst>
                <a:gd name="adj1" fmla="val 50000"/>
                <a:gd name="adj2" fmla="val 187500"/>
              </a:avLst>
            </a:prstGeom>
            <a:solidFill>
              <a:srgbClr val="66FFFF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</p:grpSp>
    </p:spTree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灯片编号占位符 1">
            <a:extLst>
              <a:ext uri="{FF2B5EF4-FFF2-40B4-BE49-F238E27FC236}">
                <a16:creationId xmlns:a16="http://schemas.microsoft.com/office/drawing/2014/main" id="{9B1FBFEA-9A7C-4D4C-A1BC-85337D6A1F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CA03F5-24A7-4AB8-9617-DD8CA3F65845}" type="slidenum">
              <a:rPr lang="en-US" altLang="zh-CN"/>
              <a:pPr/>
              <a:t>39</a:t>
            </a:fld>
            <a:endParaRPr lang="en-US" altLang="zh-CN"/>
          </a:p>
        </p:txBody>
      </p:sp>
      <p:grpSp>
        <p:nvGrpSpPr>
          <p:cNvPr id="30771" name="Group 51">
            <a:extLst>
              <a:ext uri="{FF2B5EF4-FFF2-40B4-BE49-F238E27FC236}">
                <a16:creationId xmlns:a16="http://schemas.microsoft.com/office/drawing/2014/main" id="{7BDE2F51-B4A3-4966-9754-206AFFAFF899}"/>
              </a:ext>
            </a:extLst>
          </p:cNvPr>
          <p:cNvGrpSpPr>
            <a:grpSpLocks/>
          </p:cNvGrpSpPr>
          <p:nvPr/>
        </p:nvGrpSpPr>
        <p:grpSpPr bwMode="auto">
          <a:xfrm>
            <a:off x="5057775" y="1484711"/>
            <a:ext cx="2239566" cy="3888581"/>
            <a:chOff x="3288" y="527"/>
            <a:chExt cx="1881" cy="3266"/>
          </a:xfrm>
        </p:grpSpPr>
        <p:sp>
          <p:nvSpPr>
            <p:cNvPr id="30725" name="Rectangle 5">
              <a:extLst>
                <a:ext uri="{FF2B5EF4-FFF2-40B4-BE49-F238E27FC236}">
                  <a16:creationId xmlns:a16="http://schemas.microsoft.com/office/drawing/2014/main" id="{C904AC45-7725-4A3E-9D60-4D39974BD2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6" y="1605"/>
              <a:ext cx="313" cy="3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b="1">
                  <a:latin typeface="Times New Roman" panose="02020603050405020304" pitchFamily="18" charset="0"/>
                </a:rPr>
                <a:t>P</a:t>
              </a:r>
            </a:p>
          </p:txBody>
        </p:sp>
        <p:sp>
          <p:nvSpPr>
            <p:cNvPr id="30727" name="Rectangle 7">
              <a:extLst>
                <a:ext uri="{FF2B5EF4-FFF2-40B4-BE49-F238E27FC236}">
                  <a16:creationId xmlns:a16="http://schemas.microsoft.com/office/drawing/2014/main" id="{77DB4833-9A64-4CCC-886B-772F0A4ABE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3147"/>
              <a:ext cx="284" cy="3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b="1" i="1"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30728" name="Rectangle 8">
              <a:extLst>
                <a:ext uri="{FF2B5EF4-FFF2-40B4-BE49-F238E27FC236}">
                  <a16:creationId xmlns:a16="http://schemas.microsoft.com/office/drawing/2014/main" id="{9E170EFA-7EF9-4CD1-A883-9628D5E9A0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3" y="799"/>
              <a:ext cx="998" cy="2404"/>
            </a:xfrm>
            <a:prstGeom prst="rect">
              <a:avLst/>
            </a:prstGeom>
            <a:gradFill rotWithShape="1">
              <a:gsLst>
                <a:gs pos="0">
                  <a:schemeClr val="bg1"/>
                </a:gs>
                <a:gs pos="50000">
                  <a:srgbClr val="FF9900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ffectLst>
              <a:outerShdw dist="107763" dir="2700000" algn="ctr" rotWithShape="0">
                <a:srgbClr val="808080">
                  <a:alpha val="50000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30729" name="Line 9">
              <a:extLst>
                <a:ext uri="{FF2B5EF4-FFF2-40B4-BE49-F238E27FC236}">
                  <a16:creationId xmlns:a16="http://schemas.microsoft.com/office/drawing/2014/main" id="{12ECB3C4-71F7-4538-AC3E-95911883C5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70" y="3203"/>
              <a:ext cx="0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30730" name="Line 10">
              <a:extLst>
                <a:ext uri="{FF2B5EF4-FFF2-40B4-BE49-F238E27FC236}">
                  <a16:creationId xmlns:a16="http://schemas.microsoft.com/office/drawing/2014/main" id="{CB26F2E1-D561-4012-9BF1-5925E5A0C1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8" y="3203"/>
              <a:ext cx="0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30731" name="Line 11">
              <a:extLst>
                <a:ext uri="{FF2B5EF4-FFF2-40B4-BE49-F238E27FC236}">
                  <a16:creationId xmlns:a16="http://schemas.microsoft.com/office/drawing/2014/main" id="{1D65EC3A-8143-45DF-9DCA-F1A2AFBA3D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60" y="3339"/>
              <a:ext cx="408" cy="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30732" name="Line 12">
              <a:extLst>
                <a:ext uri="{FF2B5EF4-FFF2-40B4-BE49-F238E27FC236}">
                  <a16:creationId xmlns:a16="http://schemas.microsoft.com/office/drawing/2014/main" id="{DA44F6DA-FDC0-4AC1-8F7F-2B23086BF50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70" y="3337"/>
              <a:ext cx="408" cy="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30734" name="Line 14">
              <a:extLst>
                <a:ext uri="{FF2B5EF4-FFF2-40B4-BE49-F238E27FC236}">
                  <a16:creationId xmlns:a16="http://schemas.microsoft.com/office/drawing/2014/main" id="{5692F097-0712-4635-8695-7D8E1C29D7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8" y="2069"/>
              <a:ext cx="49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30735" name="Oval 15">
              <a:extLst>
                <a:ext uri="{FF2B5EF4-FFF2-40B4-BE49-F238E27FC236}">
                  <a16:creationId xmlns:a16="http://schemas.microsoft.com/office/drawing/2014/main" id="{A99DC63B-0F0F-4C70-A75A-7FB6053C7D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7" y="1979"/>
              <a:ext cx="45" cy="182"/>
            </a:xfrm>
            <a:prstGeom prst="ellipse">
              <a:avLst/>
            </a:prstGeom>
            <a:gradFill rotWithShape="1">
              <a:gsLst>
                <a:gs pos="0">
                  <a:srgbClr val="FF9900">
                    <a:gamma/>
                    <a:shade val="46275"/>
                    <a:invGamma/>
                  </a:srgbClr>
                </a:gs>
                <a:gs pos="100000">
                  <a:srgbClr val="FF99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30737" name="Rectangle 17">
              <a:extLst>
                <a:ext uri="{FF2B5EF4-FFF2-40B4-BE49-F238E27FC236}">
                  <a16:creationId xmlns:a16="http://schemas.microsoft.com/office/drawing/2014/main" id="{AEF0AAB5-DB06-4DAA-9524-365CCD79A0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8" y="527"/>
              <a:ext cx="1860" cy="326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30738" name="Rectangle 18">
              <a:extLst>
                <a:ext uri="{FF2B5EF4-FFF2-40B4-BE49-F238E27FC236}">
                  <a16:creationId xmlns:a16="http://schemas.microsoft.com/office/drawing/2014/main" id="{C7D0BC8B-E947-42A1-9736-E7D2AE153F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4" y="2022"/>
              <a:ext cx="284" cy="3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400" b="1" i="1">
                  <a:latin typeface="Times New Roman" panose="02020603050405020304" pitchFamily="18" charset="0"/>
                </a:rPr>
                <a:t>b</a:t>
              </a:r>
            </a:p>
          </p:txBody>
        </p:sp>
      </p:grpSp>
      <p:grpSp>
        <p:nvGrpSpPr>
          <p:cNvPr id="30768" name="Group 48">
            <a:extLst>
              <a:ext uri="{FF2B5EF4-FFF2-40B4-BE49-F238E27FC236}">
                <a16:creationId xmlns:a16="http://schemas.microsoft.com/office/drawing/2014/main" id="{456BE770-FBBF-458A-A4D1-A1CEB2606D7F}"/>
              </a:ext>
            </a:extLst>
          </p:cNvPr>
          <p:cNvGrpSpPr>
            <a:grpSpLocks/>
          </p:cNvGrpSpPr>
          <p:nvPr/>
        </p:nvGrpSpPr>
        <p:grpSpPr bwMode="auto">
          <a:xfrm>
            <a:off x="5066112" y="1418035"/>
            <a:ext cx="2022873" cy="3969545"/>
            <a:chOff x="3295" y="471"/>
            <a:chExt cx="1699" cy="3334"/>
          </a:xfrm>
        </p:grpSpPr>
        <p:sp>
          <p:nvSpPr>
            <p:cNvPr id="30752" name="Line 32">
              <a:extLst>
                <a:ext uri="{FF2B5EF4-FFF2-40B4-BE49-F238E27FC236}">
                  <a16:creationId xmlns:a16="http://schemas.microsoft.com/office/drawing/2014/main" id="{BECF93C3-686F-4CF6-8586-61FFD4E981A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24" y="3521"/>
              <a:ext cx="1542" cy="0"/>
            </a:xfrm>
            <a:prstGeom prst="line">
              <a:avLst/>
            </a:prstGeom>
            <a:noFill/>
            <a:ln w="31750" cap="sq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30753" name="Rectangle 33">
              <a:extLst>
                <a:ext uri="{FF2B5EF4-FFF2-40B4-BE49-F238E27FC236}">
                  <a16:creationId xmlns:a16="http://schemas.microsoft.com/office/drawing/2014/main" id="{328310C7-EA9B-4623-B1EA-DB56627700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95" y="3417"/>
              <a:ext cx="284" cy="3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b="1" i="1">
                  <a:latin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30754" name="Rectangle 34">
              <a:extLst>
                <a:ext uri="{FF2B5EF4-FFF2-40B4-BE49-F238E27FC236}">
                  <a16:creationId xmlns:a16="http://schemas.microsoft.com/office/drawing/2014/main" id="{24105343-FAB6-4204-A7E6-A3C63BC4A2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4" y="471"/>
              <a:ext cx="399" cy="3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>
                  <a:latin typeface="Times New Roman" panose="02020603050405020304" pitchFamily="18" charset="0"/>
                </a:rPr>
                <a:t>d</a:t>
              </a:r>
              <a:r>
                <a:rPr kumimoji="1" lang="en-US" altLang="zh-CN" sz="2400" i="1">
                  <a:latin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30755" name="Rectangle 35">
              <a:extLst>
                <a:ext uri="{FF2B5EF4-FFF2-40B4-BE49-F238E27FC236}">
                  <a16:creationId xmlns:a16="http://schemas.microsoft.com/office/drawing/2014/main" id="{822341F9-DD06-401C-B650-33973BDAD7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3" y="826"/>
              <a:ext cx="136" cy="2377"/>
            </a:xfrm>
            <a:prstGeom prst="rect">
              <a:avLst/>
            </a:prstGeom>
            <a:pattFill prst="ltUpDiag">
              <a:fgClr>
                <a:schemeClr val="accent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30757" name="Rectangle 37">
              <a:extLst>
                <a:ext uri="{FF2B5EF4-FFF2-40B4-BE49-F238E27FC236}">
                  <a16:creationId xmlns:a16="http://schemas.microsoft.com/office/drawing/2014/main" id="{2DC2F651-D7EE-45B1-951B-808A3A8217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5" y="1469"/>
              <a:ext cx="400" cy="3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b="1">
                  <a:solidFill>
                    <a:srgbClr val="00FFFF"/>
                  </a:solidFill>
                  <a:latin typeface="Times New Roman" panose="02020603050405020304" pitchFamily="18" charset="0"/>
                </a:rPr>
                <a:t>d</a:t>
              </a:r>
              <a:r>
                <a:rPr kumimoji="1" lang="en-US" altLang="zh-CN" sz="2400" b="1" i="1">
                  <a:solidFill>
                    <a:srgbClr val="00FFFF"/>
                  </a:solidFill>
                  <a:latin typeface="Times New Roman" panose="02020603050405020304" pitchFamily="18" charset="0"/>
                </a:rPr>
                <a:t>I</a:t>
              </a:r>
            </a:p>
          </p:txBody>
        </p:sp>
        <p:sp>
          <p:nvSpPr>
            <p:cNvPr id="30760" name="Line 40">
              <a:extLst>
                <a:ext uri="{FF2B5EF4-FFF2-40B4-BE49-F238E27FC236}">
                  <a16:creationId xmlns:a16="http://schemas.microsoft.com/office/drawing/2014/main" id="{0731A033-55DE-408F-84F0-0755508055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94" y="2160"/>
              <a:ext cx="0" cy="136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30733" name="AutoShape 13">
              <a:extLst>
                <a:ext uri="{FF2B5EF4-FFF2-40B4-BE49-F238E27FC236}">
                  <a16:creationId xmlns:a16="http://schemas.microsoft.com/office/drawing/2014/main" id="{58AD70CF-6467-4432-A0B4-8D56D92F71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42" y="1706"/>
              <a:ext cx="96" cy="720"/>
            </a:xfrm>
            <a:prstGeom prst="upArrow">
              <a:avLst>
                <a:gd name="adj1" fmla="val 50000"/>
                <a:gd name="adj2" fmla="val 187500"/>
              </a:avLst>
            </a:prstGeom>
            <a:solidFill>
              <a:srgbClr val="66FFFF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</p:grpSp>
      <p:sp>
        <p:nvSpPr>
          <p:cNvPr id="30764" name="Text Box 44">
            <a:extLst>
              <a:ext uri="{FF2B5EF4-FFF2-40B4-BE49-F238E27FC236}">
                <a16:creationId xmlns:a16="http://schemas.microsoft.com/office/drawing/2014/main" id="{9076FD40-FAD4-4ED5-A653-5E4589CF8E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2845" y="1471167"/>
            <a:ext cx="266130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zh-CN" altLang="en-US" sz="2400" b="1">
                <a:solidFill>
                  <a:srgbClr val="CC0000"/>
                </a:solidFill>
                <a:latin typeface="宋体" panose="02010600030101010101" pitchFamily="2" charset="-122"/>
              </a:rPr>
              <a:t>解  </a:t>
            </a:r>
            <a:r>
              <a:rPr kumimoji="1" lang="zh-CN" altLang="en-US" sz="2400" b="1">
                <a:latin typeface="宋体" panose="02010600030101010101" pitchFamily="2" charset="-122"/>
              </a:rPr>
              <a:t>建立坐标如图</a:t>
            </a:r>
            <a:endParaRPr kumimoji="1" lang="zh-CN" altLang="en-US" sz="2400">
              <a:latin typeface="宋体" panose="02010600030101010101" pitchFamily="2" charset="-122"/>
            </a:endParaRPr>
          </a:p>
        </p:txBody>
      </p:sp>
      <p:graphicFrame>
        <p:nvGraphicFramePr>
          <p:cNvPr id="30765" name="Object 45">
            <a:extLst>
              <a:ext uri="{FF2B5EF4-FFF2-40B4-BE49-F238E27FC236}">
                <a16:creationId xmlns:a16="http://schemas.microsoft.com/office/drawing/2014/main" id="{DDBD482E-B568-4590-A070-53D44CFF04B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56236" y="1989536"/>
          <a:ext cx="1235869" cy="7917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609480" imgH="393480" progId="Equation.3">
                  <p:embed/>
                </p:oleObj>
              </mc:Choice>
              <mc:Fallback>
                <p:oleObj name="公式" r:id="rId2" imgW="609480" imgH="393480" progId="Equation.3">
                  <p:embed/>
                  <p:pic>
                    <p:nvPicPr>
                      <p:cNvPr id="30765" name="Object 45">
                        <a:extLst>
                          <a:ext uri="{FF2B5EF4-FFF2-40B4-BE49-F238E27FC236}">
                            <a16:creationId xmlns:a16="http://schemas.microsoft.com/office/drawing/2014/main" id="{DDBD482E-B568-4590-A070-53D44CFF04B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56236" y="1989536"/>
                        <a:ext cx="1235869" cy="79176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66" name="Object 46">
            <a:extLst>
              <a:ext uri="{FF2B5EF4-FFF2-40B4-BE49-F238E27FC236}">
                <a16:creationId xmlns:a16="http://schemas.microsoft.com/office/drawing/2014/main" id="{231EF09B-9711-435A-A8AE-E366FEB546B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95514" y="2726532"/>
          <a:ext cx="2646760" cy="7786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333440" imgH="393480" progId="Equation.3">
                  <p:embed/>
                </p:oleObj>
              </mc:Choice>
              <mc:Fallback>
                <p:oleObj name="公式" r:id="rId4" imgW="1333440" imgH="393480" progId="Equation.3">
                  <p:embed/>
                  <p:pic>
                    <p:nvPicPr>
                      <p:cNvPr id="30766" name="Object 46">
                        <a:extLst>
                          <a:ext uri="{FF2B5EF4-FFF2-40B4-BE49-F238E27FC236}">
                            <a16:creationId xmlns:a16="http://schemas.microsoft.com/office/drawing/2014/main" id="{231EF09B-9711-435A-A8AE-E366FEB546B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514" y="2726532"/>
                        <a:ext cx="2646760" cy="77866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67" name="Object 47">
            <a:extLst>
              <a:ext uri="{FF2B5EF4-FFF2-40B4-BE49-F238E27FC236}">
                <a16:creationId xmlns:a16="http://schemas.microsoft.com/office/drawing/2014/main" id="{06C1D497-2721-49E8-AD35-D371A2D59FC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33587" y="3573066"/>
          <a:ext cx="3024188" cy="163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498320" imgH="812520" progId="Equation.3">
                  <p:embed/>
                </p:oleObj>
              </mc:Choice>
              <mc:Fallback>
                <p:oleObj name="公式" r:id="rId6" imgW="1498320" imgH="812520" progId="Equation.3">
                  <p:embed/>
                  <p:pic>
                    <p:nvPicPr>
                      <p:cNvPr id="30767" name="Object 47">
                        <a:extLst>
                          <a:ext uri="{FF2B5EF4-FFF2-40B4-BE49-F238E27FC236}">
                            <a16:creationId xmlns:a16="http://schemas.microsoft.com/office/drawing/2014/main" id="{06C1D497-2721-49E8-AD35-D371A2D59FC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3587" y="3573066"/>
                        <a:ext cx="3024188" cy="163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0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30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0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30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1027</TotalTime>
  <Words>1685</Words>
  <Application>Microsoft Office PowerPoint</Application>
  <PresentationFormat>全屏显示(4:3)</PresentationFormat>
  <Paragraphs>266</Paragraphs>
  <Slides>39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39</vt:i4>
      </vt:variant>
    </vt:vector>
  </HeadingPairs>
  <TitlesOfParts>
    <vt:vector size="57" baseType="lpstr">
      <vt:lpstr>Monotype Sorts</vt:lpstr>
      <vt:lpstr>等线</vt:lpstr>
      <vt:lpstr>黑体</vt:lpstr>
      <vt:lpstr>华文楷体</vt:lpstr>
      <vt:lpstr>华文中宋</vt:lpstr>
      <vt:lpstr>楷体</vt:lpstr>
      <vt:lpstr>楷体_GB2312</vt:lpstr>
      <vt:lpstr>宋体</vt:lpstr>
      <vt:lpstr>Arial</vt:lpstr>
      <vt:lpstr>Calibri</vt:lpstr>
      <vt:lpstr>Cambria Math</vt:lpstr>
      <vt:lpstr>Century Schoolbook</vt:lpstr>
      <vt:lpstr>Symbol</vt:lpstr>
      <vt:lpstr>Times New Roman</vt:lpstr>
      <vt:lpstr>Office 主题</vt:lpstr>
      <vt:lpstr>Equation</vt:lpstr>
      <vt:lpstr>公式</vt:lpstr>
      <vt:lpstr>Equation.3</vt:lpstr>
      <vt:lpstr>期   末   复  习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jinxin</dc:creator>
  <cp:lastModifiedBy>jh L</cp:lastModifiedBy>
  <cp:revision>68</cp:revision>
  <dcterms:created xsi:type="dcterms:W3CDTF">2017-06-26T02:37:22Z</dcterms:created>
  <dcterms:modified xsi:type="dcterms:W3CDTF">2025-06-26T14:43:45Z</dcterms:modified>
</cp:coreProperties>
</file>